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931"/>
                </a:solidFill>
                <a:latin typeface="Calibri"/>
              </a:defRPr>
            </a:pPr>
            <a:r>
              <a:t>Universal Log Pre-processing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23458"/>
                </a:solidFill>
                <a:latin typeface="Calibri"/>
              </a:defRPr>
            </a:pPr>
            <a:r>
              <a:t>Team: AlgoRhytm   |   PS ID: 26156   |   Theme: Blockchain &amp;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4114800" cy="640080"/>
          </a:xfrm>
          <a:prstGeom prst="rect">
            <a:avLst/>
          </a:prstGeom>
          <a:solidFill>
            <a:srgbClr val="F5F7F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Calibri"/>
              </a:defRPr>
            </a:pPr>
            <a:r>
              <a:t>Team ID – [INSERT YOUR ACTUAL TEAM ID]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/>
              </a:defRPr>
            </a:pPr>
            <a:r>
              <a:t>Problem Statement: Modern observability systems ingest logs from countless disparate sources.</a:t>
            </a:r>
            <a:br/>
            <a:r>
              <a:t>Manually writing and maintaining regex parsers for each new source is intractable.</a:t>
            </a:r>
            <a:br/>
            <a:br/>
            <a:r>
              <a:t>Proposed: Format-agnostic, two-tier pipeline that discovers formats on-the-fly with LLM (once per format)</a:t>
            </a:r>
            <a:br/>
            <a:r>
              <a:t>and then executes cached rules at high throughput – bridging flexibility and speed.</a:t>
            </a:r>
            <a:br/>
            <a:r>
              <a:t>Live Demo: https://sih2026-w6sr.vercel.app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2: Idea /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solidFill>
            <a:srgbClr val="FFEDD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A3412"/>
                </a:solidFill>
                <a:latin typeface="Calibri"/>
              </a:defRPr>
            </a:pPr>
            <a:r>
              <a:t>Unlike tools that need a hand-written parser config for every new format, ours uses an LLM to write that rule automatically — once — then reuses it for 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23232"/>
                </a:solidFill>
                <a:latin typeface="Calibri"/>
              </a:defRPr>
            </a:pPr>
            <a:r>
              <a:t>• Problem: Log formats explode (Syslog, JSON, CSV, KV, unstructured). Logstash/Fluentd/Elastic need manual grok/regex per format.</a:t>
            </a:r>
            <a:br/>
            <a:br/>
            <a:r>
              <a:t>• Our Idea: Universal pre-processor – ingest ANY log, auto-learn its structure.</a:t>
            </a:r>
            <a:br/>
            <a:br/>
            <a:r>
              <a:t>• How it differs: LLM writes parser rule once → Rule Store (Upstash) caches forever → 99.5% hits avoid LLM.</a:t>
            </a:r>
            <a:br/>
            <a:br/>
            <a:r>
              <a:t>• Key Innovation: Drain3 template mining (0.016 ms/line) + scikit-learn novelty gate (100% catch of unseen families)</a:t>
            </a:r>
            <a:br/>
            <a:r>
              <a:t>  → Quarantine + graduation → One LLM call per cluster (98% fewer calls on flood).</a:t>
            </a:r>
            <a:br/>
            <a:br/>
            <a:r>
              <a:t>• Outcome: Standardized JSON {timestamp, source, severity, message, extra} → SIEM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645920"/>
            <a:ext cx="3931920" cy="4572000"/>
          </a:xfrm>
          <a:prstGeom prst="rect">
            <a:avLst/>
          </a:prstGeom>
          <a:solidFill>
            <a:srgbClr val="F5F7FA"/>
          </a:solidFill>
          <a:ln w="1905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931"/>
                </a:solidFill>
                <a:latin typeface="Calibri"/>
              </a:defRPr>
            </a:pPr>
            <a:r>
              <a:t>Why Now / USP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9456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3C3C"/>
                </a:solidFill>
                <a:latin typeface="Calibri"/>
              </a:defRPr>
            </a:pPr>
            <a:r>
              <a:t>✓ Zero manual parser config</a:t>
            </a:r>
            <a:br/>
            <a:r>
              <a:t>✓ Works offline after learning</a:t>
            </a:r>
            <a:br/>
            <a:r>
              <a:t>✓ Cold-start safe with Vercel KV</a:t>
            </a:r>
            <a:br/>
            <a:r>
              <a:t>✓ 0.28 ms/line avg latency</a:t>
            </a:r>
            <a:br/>
            <a:r>
              <a:t>✓ 97.2% Drain3 grouping accuracy on Loghub (12 systems)</a:t>
            </a:r>
            <a:br/>
            <a:r>
              <a:t>✓ Demo: FastAPI + Vercel serverless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3: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6B35"/>
                </a:solidFill>
                <a:latin typeface="Calibri"/>
              </a:defRPr>
            </a:pPr>
            <a:r>
              <a:t>METHODOLOGY: HOW EVERY LOG FLOWS (Redesigned)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822960"/>
            <a:ext cx="3474720" cy="3657600"/>
          </a:xfrm>
          <a:prstGeom prst="rect">
            <a:avLst/>
          </a:prstGeom>
          <a:solidFill>
            <a:srgbClr val="EEF5FF"/>
          </a:solidFill>
          <a:ln w="1905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914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931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3716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232"/>
                </a:solidFill>
                <a:latin typeface="Calibri"/>
              </a:defRPr>
            </a:pPr>
            <a:r>
              <a:t>• Python 3.10+ : Core pipeline</a:t>
            </a:r>
            <a:br/>
            <a:r>
              <a:t>• FastAPI : REST API (main.py)</a:t>
            </a:r>
            <a:br/>
            <a:r>
              <a:t>• Drain3 : Template mining</a:t>
            </a:r>
            <a:br/>
            <a:r>
              <a:t>• scikit-learn : FormatGate kNN</a:t>
            </a:r>
            <a:br/>
            <a:r>
              <a:t>• Pandas : Offline eval (not hot path)</a:t>
            </a:r>
            <a:br/>
            <a:r>
              <a:t>• Bash/Linux : collectors (syslog, journalctl, docker)</a:t>
            </a:r>
            <a:br/>
            <a:r>
              <a:t>• Upstash Redis / Vercel KV : Rule persistence</a:t>
            </a:r>
            <a:br/>
            <a:r>
              <a:t>• Vercel : Serverless deploy</a:t>
            </a:r>
            <a:br/>
            <a:r>
              <a:t>• LLM : Gemini 3 Flash / Groq / Claude</a:t>
            </a:r>
            <a:br/>
            <a:br/>
            <a:r>
              <a:t>Deployed: sih2026-w6sr.vercel.app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217920"/>
            <a:ext cx="1161288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Example: messy logs in → clean logs out  |  Input: 'Oct 12 10:00:23 server sshd[123]: Failed password for root from 192.168.1.1'  →  Output: {"timestamp":"2026-10-12T10:00:23Z", "source":"server", "severity":"warning", "event_type":"auth_failure", "message":"Failed password...", "extra":{"ip":"192.168.1.1"}}</a:t>
            </a:r>
          </a:p>
        </p:txBody>
      </p:sp>
      <p:pic>
        <p:nvPicPr>
          <p:cNvPr id="11" name="Picture 10" descr="slide3_architecture_diagram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7772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4: 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Technical Feasibility:</a:t>
            </a:r>
            <a:br/>
            <a:r>
              <a:t>• Drain3: 0.016 ms/line, proven on 12 Loghub systems (97.2% GA)</a:t>
            </a:r>
            <a:br/>
            <a:r>
              <a:t>• FormatGate: 100% known-family, 95.2% novel recall (Loghub)</a:t>
            </a:r>
            <a:br/>
            <a:r>
              <a:t>• LLM discovery: Once per template → Upstash persistence</a:t>
            </a:r>
            <a:br/>
            <a:r>
              <a:t>• Vercel serverless: 285 MB bundle (under 500 MB limit)</a:t>
            </a:r>
            <a:br/>
            <a:r>
              <a:t>• Pandas kept offline to save bundle size (+75 MB avoided)</a:t>
            </a:r>
            <a:br/>
            <a:br/>
            <a:r>
              <a:t>Risks &amp; Mitigations:</a:t>
            </a:r>
            <a:br/>
            <a:r>
              <a:t>• LLM 403/rate limit → Groq fallback + heuristic parser</a:t>
            </a:r>
            <a:br/>
            <a:r>
              <a:t>• Cold start rule loss → Upstash KV re-fetch per template</a:t>
            </a:r>
            <a:br/>
            <a:r>
              <a:t>• Novel format flood → TPL_ENFORCE + graduation (98% fewer LLM calls)</a:t>
            </a:r>
            <a:br/>
            <a:r>
              <a:t>• Timezone naive → assume UTC, documented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Viability:</a:t>
            </a:r>
            <a:br/>
            <a:r>
              <a:t>• Market: Every SOC / DevOps team writes custom parsers – toil.</a:t>
            </a:r>
            <a:br/>
            <a:r>
              <a:t>• Cost: LLM cost amortized – 1 call per new format, not per log.</a:t>
            </a:r>
            <a:br/>
            <a:r>
              <a:t>• Scalability: Fast path 99.5% lines avoid LLM → 0.28 ms/line</a:t>
            </a:r>
            <a:br/>
            <a:r>
              <a:t>• Deployment: Docker optional, Vercel primary, Bash collectors work anywhere</a:t>
            </a:r>
            <a:br/>
            <a:r>
              <a:t>• Future: Retrain gate via scripts/train_format_gate.py</a:t>
            </a:r>
            <a:br/>
            <a:br/>
            <a:r>
              <a:t>Benchmarks:</a:t>
            </a:r>
            <a:br/>
            <a:r>
              <a:t>• Accuracy: 100% known-family (3k synthetic), 100% catch on 4 unseen families (shadow mode)</a:t>
            </a:r>
            <a:br/>
            <a:r>
              <a:t>• Loghub: 100% family classification on 9 real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5: 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232"/>
                </a:solidFill>
                <a:latin typeface="Calibri"/>
              </a:defRPr>
            </a:pPr>
            <a:r>
              <a:t>Social / Operational Impact: Reduces SOC analyst toil, speeds up incident response, democratizes log analytics for SMEs without ELK expertise.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2286000"/>
          </a:xfrm>
          <a:prstGeom prst="rect">
            <a:avLst/>
          </a:prstGeom>
          <a:solidFill>
            <a:srgbClr val="EEF5FF"/>
          </a:solidFill>
          <a:ln w="25400">
            <a:solidFill>
              <a:srgbClr val="0A1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A1931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3458"/>
                </a:solidFill>
                <a:latin typeface="Calibri"/>
              </a:defRPr>
            </a:pPr>
            <a:r>
              <a:t>Lines resolved without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Fast path cache + Drain3</a:t>
            </a:r>
            <a:br/>
            <a:r>
              <a:t>0.28 ms/line avg end-to-end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2286000"/>
          </a:xfrm>
          <a:prstGeom prst="rect">
            <a:avLst/>
          </a:prstGeom>
          <a:solidFill>
            <a:srgbClr val="FFEDD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6B35"/>
                </a:solidFill>
                <a:latin typeface="Calibri"/>
              </a:defRPr>
            </a:pPr>
            <a:r>
              <a:t>$ &lt; 15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A3412"/>
                </a:solidFill>
                <a:latin typeface="Calibri"/>
              </a:defRPr>
            </a:pPr>
            <a:r>
              <a:t>Cost for one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At 1M logs/day, ~20 new formats/mo</a:t>
            </a:r>
            <a:br/>
            <a:r>
              <a:t>LLM only on graduation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474720" cy="2286000"/>
          </a:xfrm>
          <a:prstGeom prst="rect">
            <a:avLst/>
          </a:prstGeom>
          <a:solidFill>
            <a:srgbClr val="E8FAF9"/>
          </a:solidFill>
          <a:ln w="254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4B6"/>
                </a:solidFill>
                <a:latin typeface="Calibri"/>
              </a:defRPr>
            </a:pPr>
            <a:r>
              <a:t>&lt; 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766E"/>
                </a:solidFill>
                <a:latin typeface="Calibri"/>
              </a:defRPr>
            </a:pPr>
            <a:r>
              <a:t>Share of logs sent to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98% fewer calls vs naive</a:t>
            </a:r>
            <a:br/>
            <a:r>
              <a:t>One rule per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7878"/>
                </a:solidFill>
                <a:latin typeface="Calibri"/>
              </a:defRPr>
            </a:pPr>
            <a:r>
              <a:t>Caption: Modeled / estimated figures — assumes 1M logs/day, ~15-25 distinct log formats/month, ~8 sightings to graduate a novel template; LLM = Gemini Flash / Groq gpt-oss-20b pricing; fast-path 99.5% measured on synthetic + Loghub replay.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232"/>
                </a:solidFill>
                <a:latin typeface="Calibri"/>
              </a:defRPr>
            </a:pPr>
            <a:r>
              <a:t>Benefits:</a:t>
            </a:r>
            <a:br/>
            <a:r>
              <a:t>• Cost: &lt;$15/year LLM spend at 1M logs/day vs $1000s if every log hit LLM</a:t>
            </a:r>
            <a:br/>
            <a:r>
              <a:t>• Speed: 0.28 ms/line → ~3.5k logs/sec per instance, scales horizontally</a:t>
            </a:r>
            <a:br/>
            <a:r>
              <a:t>• Accuracy: 97.2% Drain3 grouping, 100% family classification</a:t>
            </a:r>
            <a:br/>
            <a:r>
              <a:t>• Resilience: Heuristic fallback when LLM blocked, quarantine for novel flood</a:t>
            </a:r>
            <a:br/>
            <a:r>
              <a:t>• Interop: Standardized JSON → any SIEM (Splunk, Elastic, Sentinel)</a:t>
            </a:r>
            <a:br/>
            <a:r>
              <a:t>• DevEx: No regex to write – just ship logs via POST /api/logs/ingest or Bash collector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Slide 6: 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t>References:</a:t>
            </a:r>
            <a:br/>
            <a:r>
              <a:t>• Loghub (LogPAI) – Real-world logs ground truth (12 systems)</a:t>
            </a:r>
            <a:br/>
            <a:r>
              <a:t>• Drain3 – He et al. ICSE'19 log template mining</a:t>
            </a:r>
            <a:br/>
            <a:r>
              <a:t>• scikit-learn – kNN novelty detection, calibrated on foreign-host corpus</a:t>
            </a:r>
            <a:br/>
            <a:r>
              <a:t>• Upstash Redis / Vercel KV – persistence</a:t>
            </a:r>
            <a:br/>
            <a:r>
              <a:t>• Vercel Serverless – deployment</a:t>
            </a:r>
            <a:br/>
            <a:r>
              <a:t>• Gemini 3 Flash, Groq gpt-oss-20b, Claude 3.5 Haiku – LLM discovery</a:t>
            </a:r>
            <a:br/>
            <a:br/>
            <a:r>
              <a:t>Existing Solutions Studied:</a:t>
            </a:r>
            <a:br/>
            <a:r>
              <a:t>• Logstash (Grok), Fluentd, Elastic Ingest – manual config per format</a:t>
            </a:r>
            <a:br/>
            <a:r>
              <a:t>• How we differ: LLM writes rule once → auto-cache → zero toil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232"/>
                </a:solidFill>
                <a:latin typeface="Calibri"/>
              </a:defRPr>
            </a:pPr>
            <a:r>
              <a:t>Team AlgoRhytm – Roles:</a:t>
            </a:r>
            <a:br/>
            <a:r>
              <a:t>• Member 1 – Backend / Pipeline</a:t>
            </a:r>
            <a:br/>
            <a:r>
              <a:t>• Member 2 – ML / FormatGate</a:t>
            </a:r>
            <a:br/>
            <a:r>
              <a:t>• Member 3 – Frontend / Vercel</a:t>
            </a:r>
            <a:br/>
            <a:r>
              <a:t>• Member 4 – DevOps / Bash collectors</a:t>
            </a:r>
            <a:br/>
            <a:r>
              <a:t>• Member 5 – Research / Loghub eval</a:t>
            </a:r>
            <a:br/>
            <a:r>
              <a:t>• Member 6 – Docs / PPT</a:t>
            </a:r>
            <a:br/>
            <a:br/>
            <a:r>
              <a:t>Links:</a:t>
            </a:r>
            <a:br/>
            <a:r>
              <a:t>• Live: https://sih2026-w6sr.vercel.app</a:t>
            </a:r>
            <a:br/>
            <a:r>
              <a:t>• GitHub: github.com/agrwl-utkarsh/sih2026</a:t>
            </a:r>
            <a:br/>
            <a:r>
              <a:t>• API: POST /api/logs/ingest</a:t>
            </a:r>
            <a:br/>
            <a:r>
              <a:t>• Docs: /docs/accuracy_report.md, /docs/loghub_benchmark.md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