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Smart India Hackathon 2026 -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0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1097280"/>
            <a:ext cx="4114800" cy="4114800"/>
          </a:xfrm>
          <a:prstGeom prst="rect">
            <a:avLst/>
          </a:prstGeom>
          <a:solidFill>
            <a:srgbClr val="E8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371600"/>
            <a:ext cx="3657600" cy="3657600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200" b="1">
                <a:solidFill>
                  <a:srgbClr val="0A1931"/>
                </a:solidFill>
                <a:latin typeface="Calibri"/>
              </a:defRPr>
            </a:pPr>
            <a:r>
              <a:t>Universal Log Pre-processing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32004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123458"/>
                </a:solidFill>
                <a:latin typeface="Calibri"/>
              </a:defRPr>
            </a:pPr>
            <a:r>
              <a:t>Team: AlgoRhytm   |   PS ID: 26156   |   Theme: Blockchain &amp; Cybersecurity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3" y="2340864"/>
            <a:ext cx="4572000" cy="6400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286000"/>
            <a:ext cx="4572000" cy="640080"/>
          </a:xfrm>
          <a:prstGeom prst="roundRect">
            <a:avLst/>
          </a:prstGeom>
          <a:solidFill>
            <a:srgbClr val="FF6B35"/>
          </a:solidFill>
          <a:ln w="254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Team ID – [INSERT YOUR ACTUAL TEAM ID]  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323232"/>
                </a:solidFill>
                <a:latin typeface="Calibri"/>
              </a:defRPr>
            </a:pPr>
            <a:r>
              <a:t>🔥 THE PROBLEM: Modern SOCs drown in logs – Syslog, JSON, CSV, KV, unstructured prose.</a:t>
            </a:r>
            <a:br/>
            <a:r>
              <a:t>   Writing regex for each new source = endless toil. Logstash/Fluentd need manual grok per format.</a:t>
            </a:r>
            <a:br/>
            <a:br/>
            <a:r>
              <a:t>💡 OUR FIX: Format-agnostic, two-tier brain that learns once, reuses forever.</a:t>
            </a:r>
            <a:br/>
            <a:r>
              <a:t>   • Drain3 mines patterns at 0.016 ms/line ⚡</a:t>
            </a:r>
            <a:br/>
            <a:r>
              <a:t>   • scikit-learn gate catches unseen families (95.2% recall) 🧠</a:t>
            </a:r>
            <a:br/>
            <a:r>
              <a:t>   • LLM writes parser rule once → Upstash caches → 99.5% hits avoid LLM 💰</a:t>
            </a:r>
            <a:br/>
            <a:r>
              <a:t>   • Output: Standardized JSON → any SIEM ready</a:t>
            </a:r>
            <a:br/>
            <a:br/>
            <a:r>
              <a:t>🌐 Live Demo: sih2026-w6sr.vercel.app  |  📦 Vercel Serverless | 🐍 Python + FastAPI</a:t>
            </a:r>
          </a:p>
        </p:txBody>
      </p:sp>
      <p:pic>
        <p:nvPicPr>
          <p:cNvPr id="16" name="Picture 15" descr="slide3_architecture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3657600" cy="38404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03503" y="6272783"/>
            <a:ext cx="11064240" cy="4572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6217920"/>
            <a:ext cx="11064240" cy="457200"/>
          </a:xfrm>
          <a:prstGeom prst="roundRect">
            <a:avLst/>
          </a:prstGeom>
          <a:solidFill>
            <a:srgbClr val="0A1931"/>
          </a:solidFill>
          <a:ln w="1270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3620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Calibri"/>
              </a:defRPr>
            </a:pPr>
            <a:r>
              <a:t>🎯 Tagline: From messy logs to meaningful insights – automatically, affordably, at scale.  |  ⚡ 0.28 ms/line  |  💸 &lt;$15/year LLM cost  |  🧩 97.2% Drain3 accuracy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Slide 2: 💡 Idea / Proposed Solution – Why We Are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0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923544"/>
            <a:ext cx="11430000" cy="68580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868680"/>
            <a:ext cx="11430000" cy="685800"/>
          </a:xfrm>
          <a:prstGeom prst="roundRect">
            <a:avLst/>
          </a:prstGeom>
          <a:solidFill>
            <a:srgbClr val="FFEDD5"/>
          </a:solidFill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9A3412"/>
                </a:solidFill>
                <a:latin typeface="Calibri"/>
              </a:defRPr>
            </a:pPr>
            <a:r>
              <a:t>💡 Unlike tools that need a hand-written parser config for every new format, ours uses an LLM to write that rule automatically — once — then reuses it for free.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746504"/>
            <a:ext cx="7132320" cy="48463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7132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0A1931"/>
                </a:solidFill>
                <a:latin typeface="Calibri"/>
              </a:defRPr>
            </a:pPr>
            <a:r>
              <a:t>🚀 The Big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6766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200" b="0">
                <a:solidFill>
                  <a:srgbClr val="323232"/>
                </a:solidFill>
                <a:latin typeface="Calibri"/>
              </a:defRPr>
            </a:pPr>
            <a:r>
              <a:t>• 🔥 Problem: Log formats explode (Syslog, JSON, CSV, KV, CEF, LEEF, Apache, Nginx, K8s, etc.)</a:t>
            </a:r>
            <a:br/>
            <a:r>
              <a:t>  Existing: Logstash/Fluentd/Elastic need manual grok/regex per format → toil, slow onboarding.</a:t>
            </a:r>
            <a:br/>
            <a:br/>
            <a:r>
              <a:t>• 🧠 Our Solution: Universal pre-processor – ingest ANY log, auto-learn its structure.</a:t>
            </a:r>
            <a:br/>
            <a:r>
              <a:t>  Flow: Ingest (Bash/FastAPI) → Classify (scikit-learn + Drain3) → Rule Store (Upstash) → Normalize (Pandas) → JSON</a:t>
            </a:r>
            <a:br/>
            <a:br/>
            <a:r>
              <a:t>• ⚡ Key Innovation:</a:t>
            </a:r>
            <a:br/>
            <a:r>
              <a:t>  - Drain3 template mining: 0.016 ms/line, 97.2% grouping accuracy on 12 Loghub systems</a:t>
            </a:r>
            <a:br/>
            <a:r>
              <a:t>  - FormatGate (scikit-learn kNN): 100% known-family, 95.2% novel recall</a:t>
            </a:r>
            <a:br/>
            <a:r>
              <a:t>  - Quarantine + graduation: 8 sightings → one LLM call labels whole cluster (98% fewer calls)</a:t>
            </a:r>
            <a:br/>
            <a:r>
              <a:t>  - Upstash persistence: survives cold start, no rule loss</a:t>
            </a:r>
            <a:br/>
            <a:br/>
            <a:r>
              <a:t>• 🎯 Outcome: Standardized schema {timestamp, source, severity, message, extra} → SIEM ready in 0.28 ms/line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746504"/>
            <a:ext cx="3931920" cy="484632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1691640"/>
            <a:ext cx="393192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737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A1931"/>
                </a:solidFill>
                <a:latin typeface="Calibri"/>
              </a:defRPr>
            </a:pPr>
            <a:r>
              <a:t>⚔️ Us vs Them (Logstash etc.)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0312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323232"/>
                </a:solidFill>
                <a:latin typeface="Calibri"/>
              </a:defRPr>
            </a:pPr>
            <a:r>
              <a:t>┌─────────────────┬──────────┬─────────┐</a:t>
            </a:r>
            <a:br/>
            <a:r>
              <a:t>│ Feature         │ Others   │ Ours    │</a:t>
            </a:r>
            <a:br/>
            <a:r>
              <a:t>├─────────────────┼──────────┼─────────┤</a:t>
            </a:r>
            <a:br/>
            <a:r>
              <a:t>│ New format      │ ✍️ Manual│ 🤖 Auto │</a:t>
            </a:r>
            <a:br/>
            <a:r>
              <a:t>│ Setup time      │ Hours    │ Seconds │</a:t>
            </a:r>
            <a:br/>
            <a:r>
              <a:t>│ LLM cost        │ Per log  │ Once    │</a:t>
            </a:r>
            <a:br/>
            <a:r>
              <a:t>│ Cold start      │ Lost     │ Upstash │</a:t>
            </a:r>
            <a:br/>
            <a:r>
              <a:t>│ Accuracy        │ ~90%     │ 97.2%   │</a:t>
            </a:r>
            <a:br/>
            <a:r>
              <a:t>│ Latency         │ 5ms      │ 0.28ms  │</a:t>
            </a:r>
            <a:br/>
            <a:r>
              <a:t>└─────────────────┴──────────┴─────────┘</a:t>
            </a:r>
            <a:br/>
            <a:br/>
            <a:r>
              <a:t>✨ Why judges love us:</a:t>
            </a:r>
            <a:br/>
            <a:r>
              <a:t>✓ Zero manual parser config</a:t>
            </a:r>
            <a:br/>
            <a:r>
              <a:t>✓ Works offline after learning</a:t>
            </a:r>
            <a:br/>
            <a:r>
              <a:t>✓ &lt;$15/year at 1M logs/day</a:t>
            </a:r>
            <a:br/>
            <a:r>
              <a:t>✓ Vercel serverless, scales</a:t>
            </a:r>
            <a:br/>
            <a:r>
              <a:t>✓ Heuristic fallback if LLM blocked</a:t>
            </a:r>
            <a:br/>
            <a:r>
              <a:t>✓ Live demo + Loghub benchmarked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Slide 3: 🏗️ Technical Approach – METHODOLOGY: HOW EVERY LOG FLOWS (Redesigned)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0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3_architecture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7498079" cy="5120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01584" y="923544"/>
            <a:ext cx="3840480" cy="38404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868680"/>
            <a:ext cx="3840480" cy="3840480"/>
          </a:xfrm>
          <a:prstGeom prst="roundRect">
            <a:avLst/>
          </a:prstGeom>
          <a:solidFill>
            <a:srgbClr val="EEF5FF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A1931"/>
                </a:solidFill>
                <a:latin typeface="Calibri"/>
              </a:defRPr>
            </a:pPr>
            <a:r>
              <a:t>🧰 TECH STACK – Where Each Lives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323232"/>
                </a:solidFill>
                <a:latin typeface="Calibri"/>
              </a:defRPr>
            </a:pPr>
            <a:r>
              <a:t>🐍 Python 3.10+ : Core pipeline</a:t>
            </a:r>
            <a:br/>
            <a:r>
              <a:t>⚡ FastAPI : REST API (main.py)</a:t>
            </a:r>
            <a:br/>
            <a:r>
              <a:t>   Pydantic v2 LogBatch</a:t>
            </a:r>
            <a:br/>
            <a:r>
              <a:t>🔍 Drain3 : Template mining</a:t>
            </a:r>
            <a:br/>
            <a:r>
              <a:t>   0.016 ms/line, 97.2% GA</a:t>
            </a:r>
            <a:br/>
            <a:r>
              <a:t>🧠 scikit-learn : FormatGate kNN</a:t>
            </a:r>
            <a:br/>
            <a:r>
              <a:t>   known vs novel, calibrated</a:t>
            </a:r>
            <a:br/>
            <a:r>
              <a:t>🐼 Pandas : Offline eval only</a:t>
            </a:r>
            <a:br/>
            <a:r>
              <a:t>   Keeps bundle lean (-75MB)</a:t>
            </a:r>
            <a:br/>
            <a:r>
              <a:t>🐧 Bash/Linux : Collectors</a:t>
            </a:r>
            <a:br/>
            <a:r>
              <a:t>   syslog, journalctl, docker</a:t>
            </a:r>
            <a:br/>
            <a:r>
              <a:t>☁️ Upstash Redis / Vercel KV</a:t>
            </a:r>
            <a:br/>
            <a:r>
              <a:t>   Rule persistence</a:t>
            </a:r>
            <a:br/>
            <a:r>
              <a:t>▲ Vercel : Serverless deploy</a:t>
            </a:r>
            <a:br/>
            <a:r>
              <a:t>   285MB / 500MB limit</a:t>
            </a:r>
            <a:br/>
            <a:r>
              <a:t>🤖 LLM : Gemini 3 Flash / Groq</a:t>
            </a:r>
            <a:br/>
            <a:r>
              <a:t>   Claude Haiku fallback</a:t>
            </a:r>
            <a:br/>
            <a:br/>
            <a:r>
              <a:t>🌐 Live: sih2026-w6sr.vercel.app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6080760"/>
            <a:ext cx="11612880" cy="5943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505050"/>
                </a:solidFill>
                <a:latin typeface="Calibri"/>
              </a:defRPr>
            </a:pPr>
            <a:r>
              <a:t>📥 Example: messy logs in → clean logs out  |  Input: 'Oct 12 10:00:23 server sshd[123]: Failed password for root from 192.168.1.1'  →  Output: {"timestamp":"2026-10-12T10:00:23Z", "source":"server", "severity":"warning", "event_type":"auth_failure", "message":"Failed password...", "extra":{"ip":"192.168.1.1"}}  |  🎯 Common Schema: timestamp, source, severity, message, raw, extra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Slide 4: ✅ Feasibility &amp; Viability – Can We Actually Build This? (Yes!)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0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923544"/>
            <a:ext cx="5577840" cy="56692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868680"/>
            <a:ext cx="5577840" cy="5669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1931"/>
                </a:solidFill>
                <a:latin typeface="Calibri"/>
              </a:defRPr>
            </a:pPr>
            <a:r>
              <a:t>🔧 Technical Feasibility – Benchmarked, Not Hand-wavy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323232"/>
                </a:solidFill>
                <a:latin typeface="Calibri"/>
              </a:defRPr>
            </a:pPr>
            <a:r>
              <a:t>📊 Performance:</a:t>
            </a:r>
            <a:br/>
            <a:r>
              <a:t>• Drain3: 0.016 ms/line, 97.2% GA on 12 Loghub systems (ICSE'19 metric)</a:t>
            </a:r>
            <a:br/>
            <a:r>
              <a:t>• FormatGate: 100% known-family (3k synthetic), 95.2% novel recall (Loghub)</a:t>
            </a:r>
            <a:br/>
            <a:r>
              <a:t>• End-to-end: 0.28 ms/line avg → ~3.5k logs/sec per instance</a:t>
            </a:r>
            <a:br/>
            <a:r>
              <a:t>• LLM discovery: Once per template → Upstash persistence, no repeat cost</a:t>
            </a:r>
            <a:br/>
            <a:r>
              <a:t>• Vercel serverless: 285 MB bundle (under 500 MB limit), cold start = joblib.load</a:t>
            </a:r>
            <a:br/>
            <a:r>
              <a:t>• Pandas kept offline: saves 75MB bundle, not in hot path</a:t>
            </a:r>
            <a:br/>
            <a:br/>
            <a:r>
              <a:t>🛡️ Risks &amp; Mitigations (Entertaining but real):</a:t>
            </a:r>
            <a:br/>
            <a:r>
              <a:t>• 😱 LLM 403/rate limit → 🤖 Groq fallback + heuristic parser, llm_error surfaced</a:t>
            </a:r>
            <a:br/>
            <a:r>
              <a:t>• ❄️ Cold start rule loss → ☁️ Upstash KV re-fetch per template</a:t>
            </a:r>
            <a:br/>
            <a:r>
              <a:t>• 🌊 Novel format flood → 🚧 TPL_ENFORCE + graduation (98% fewer LLM calls)</a:t>
            </a:r>
            <a:br/>
            <a:r>
              <a:t>• 🕒 Timezone naive → 🌍 Assume UTC, documented, common schema handles</a:t>
            </a:r>
            <a:br/>
            <a:r>
              <a:t>• 💾 In-memory cache → 🔄 Drain3 re-mines at 0.016 ms/line, behavior 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3" y="923544"/>
            <a:ext cx="5577840" cy="56692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868680"/>
            <a:ext cx="5577840" cy="5669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914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1931"/>
                </a:solidFill>
                <a:latin typeface="Calibri"/>
              </a:defRPr>
            </a:pPr>
            <a:r>
              <a:t>💼 Viability – Market, Cost,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323232"/>
                </a:solidFill>
                <a:latin typeface="Calibri"/>
              </a:defRPr>
            </a:pPr>
            <a:r>
              <a:t>💰 Market:</a:t>
            </a:r>
            <a:br/>
            <a:r>
              <a:t>• Every SOC / DevOps team writes custom parsers – toil, $$$</a:t>
            </a:r>
            <a:br/>
            <a:r>
              <a:t>• Our TAM: Any company with &gt;1 log source (i.e., everyone)</a:t>
            </a:r>
            <a:br/>
            <a:r>
              <a:t>• Existing players: Datadog, Splunk charge $$$ per GB, still need parsers</a:t>
            </a:r>
            <a:br/>
            <a:br/>
            <a:r>
              <a:t>💸 Cost (modeled):</a:t>
            </a:r>
            <a:br/>
            <a:r>
              <a:t>• LLM cost amortized – 1 call per new format, not per log</a:t>
            </a:r>
            <a:br/>
            <a:r>
              <a:t>• At 1M logs/day, 20 new formats/mo → &lt;$15/year (Gemini Flash pricing)</a:t>
            </a:r>
            <a:br/>
            <a:r>
              <a:t>• vs naive LLM per log: $1000s/year → 99% savings</a:t>
            </a:r>
            <a:br/>
            <a:br/>
            <a:r>
              <a:t>📈 Scalability:</a:t>
            </a:r>
            <a:br/>
            <a:r>
              <a:t>• Fast path 99.5% lines avoid LLM → horizontal scale</a:t>
            </a:r>
            <a:br/>
            <a:r>
              <a:t>• Docker optional, Vercel primary, Bash collectors work anywhere</a:t>
            </a:r>
            <a:br/>
            <a:r>
              <a:t>• Future: Retrain gate via scripts/train_format_gate.py, Loghub flywheel</a:t>
            </a:r>
            <a:br/>
            <a:br/>
            <a:r>
              <a:t>🏆 Benchmarks:</a:t>
            </a:r>
            <a:br/>
            <a:r>
              <a:t>• Accuracy: 100% known-family, 100% catch on 4 unseen families (shadow)</a:t>
            </a:r>
            <a:br/>
            <a:r>
              <a:t>• Loghub: 100% family classification on 9 real systems (Linux, Apache, etc.)</a:t>
            </a:r>
            <a:br/>
            <a:r>
              <a:t>• Novelty recall: Windows 100%, Proxifier 100%, HealthApp 86% (95.2% macro)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Slide 5: 📈 Impact &amp; Benefits – 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0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>
                <a:solidFill>
                  <a:srgbClr val="323232"/>
                </a:solidFill>
                <a:latin typeface="Calibri"/>
              </a:defRPr>
            </a:pPr>
            <a:r>
              <a:t>🌍 Social / Operational Impact: Reduces SOC analyst toil, speeds up incident response from hours to seconds, democratizes log analytics for SMEs without ELK expertise. Cybersecurity win! 🛡️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426464"/>
            <a:ext cx="3566160" cy="237744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3566160" cy="2377440"/>
          </a:xfrm>
          <a:prstGeom prst="roundRect">
            <a:avLst/>
          </a:prstGeom>
          <a:solidFill>
            <a:srgbClr val="E8FAF9"/>
          </a:solidFill>
          <a:ln w="317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3600" b="1">
                <a:solidFill>
                  <a:srgbClr val="0F766E"/>
                </a:solidFill>
                <a:latin typeface="Calibri"/>
              </a:defRPr>
            </a:pPr>
            <a:r>
              <a:t>⚡ 99.5%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A1931"/>
                </a:solidFill>
                <a:latin typeface="Calibri"/>
              </a:defRPr>
            </a:pPr>
            <a:r>
              <a:t>Lines without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 b="0">
                <a:solidFill>
                  <a:srgbClr val="3C3C3C"/>
                </a:solidFill>
                <a:latin typeface="Calibri"/>
              </a:defRPr>
            </a:pPr>
            <a:r>
              <a:t>Fast path cache + Drain3</a:t>
            </a:r>
            <a:br/>
            <a:r>
              <a:t>0.28 ms/line avg</a:t>
            </a:r>
            <a:br/>
            <a:r>
              <a:t>~3.5k logs/sec 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26464"/>
            <a:ext cx="3566160" cy="237744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2377440"/>
          </a:xfrm>
          <a:prstGeom prst="roundRect">
            <a:avLst/>
          </a:prstGeom>
          <a:solidFill>
            <a:srgbClr val="FFEDD5"/>
          </a:solidFill>
          <a:ln w="317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3200" b="1">
                <a:solidFill>
                  <a:srgbClr val="9A3412"/>
                </a:solidFill>
                <a:latin typeface="Calibri"/>
              </a:defRPr>
            </a:pPr>
            <a:r>
              <a:t>💰 &lt;$15 / 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A1931"/>
                </a:solidFill>
                <a:latin typeface="Calibri"/>
              </a:defRPr>
            </a:pPr>
            <a:r>
              <a:t>Cost for one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 b="0">
                <a:solidFill>
                  <a:srgbClr val="3C3C3C"/>
                </a:solidFill>
                <a:latin typeface="Calibri"/>
              </a:defRPr>
            </a:pPr>
            <a:r>
              <a:t>At 1M logs/day</a:t>
            </a:r>
            <a:br/>
            <a:r>
              <a:t>~20 new formats/mo</a:t>
            </a:r>
            <a:br/>
            <a:r>
              <a:t>LLM only on graduation 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426464"/>
            <a:ext cx="3566160" cy="237744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371600"/>
            <a:ext cx="3566160" cy="2377440"/>
          </a:xfrm>
          <a:prstGeom prst="roundRect">
            <a:avLst/>
          </a:prstGeom>
          <a:solidFill>
            <a:srgbClr val="F0FDF4"/>
          </a:solidFill>
          <a:ln w="317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3600" b="1">
                <a:solidFill>
                  <a:srgbClr val="15803D"/>
                </a:solidFill>
                <a:latin typeface="Calibri"/>
              </a:defRPr>
            </a:pPr>
            <a:r>
              <a:t>🧠 &lt;2%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A1931"/>
                </a:solidFill>
                <a:latin typeface="Calibri"/>
              </a:defRPr>
            </a:pPr>
            <a:r>
              <a:t>Logs sent to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774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 b="0">
                <a:solidFill>
                  <a:srgbClr val="3C3C3C"/>
                </a:solidFill>
                <a:latin typeface="Calibri"/>
              </a:defRPr>
            </a:pPr>
            <a:r>
              <a:t>98% fewer calls vs naive</a:t>
            </a:r>
            <a:br/>
            <a:r>
              <a:t>One rule per cluster</a:t>
            </a:r>
            <a:br/>
            <a:r>
              <a:t>Cache forever ♾️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840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787878"/>
                </a:solidFill>
                <a:latin typeface="Calibri"/>
              </a:defRPr>
            </a:pPr>
            <a:r>
              <a:t>📌 Caption: Modeled / estimated figures — assumes 1M logs/day, ~15-25 distinct log formats/month, ~8 sightings to graduate a novel template; LLM = Gemini Flash / Groq gpt-oss-20b pricing; fast-path 99.5% measured on synthetic + Loghub replay (docs/loghub_benchmark.md).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" y="4352544"/>
            <a:ext cx="11430000" cy="237744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" y="4297680"/>
            <a:ext cx="11430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1931"/>
                </a:solidFill>
                <a:latin typeface="Calibri"/>
              </a:defRPr>
            </a:pPr>
            <a:r>
              <a:t>🎁 Benefits – The Fun Part (But Real)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323232"/>
                </a:solidFill>
                <a:latin typeface="Calibri"/>
              </a:defRPr>
            </a:pPr>
            <a:r>
              <a:t>• 💸 Cost: &lt;$15/year LLM spend at 1M logs/day vs $1000s if every log hit LLM – 99% cheaper, CFO loves it</a:t>
            </a:r>
            <a:br/>
            <a:r>
              <a:t>• ⚡ Speed: 0.28 ms/line → ~3.5k logs/sec per instance, scales horizontally – faster than your coffee break</a:t>
            </a:r>
            <a:br/>
            <a:r>
              <a:t>• 🎯 Accuracy: 97.2% Drain3 grouping, 100% family classification – no more regex hell</a:t>
            </a:r>
            <a:br/>
            <a:r>
              <a:t>• 🛡️ Resilience: Heuristic fallback when LLM blocked, quarantine for novel flood – survives chaos</a:t>
            </a:r>
            <a:br/>
            <a:r>
              <a:t>• 🔌 Interop: Standardized JSON → any SIEM (Splunk, Elastic, Sentinel) – plug &amp; play</a:t>
            </a:r>
            <a:br/>
            <a:r>
              <a:t>• 👩‍💻 DevEx: No regex to write – just POST /api/logs/ingest or run ./scripts/collect.sh – even interns can do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Slide 6: 📚 Research &amp; References + Team AlgoRhytm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000" b="0">
                <a:solidFill>
                  <a:srgbClr val="C8DCF0"/>
                </a:solidFill>
                <a:latin typeface="Calibri"/>
              </a:defRPr>
            </a:pPr>
            <a:r>
              <a:t>PS 26156 | AlgoRhytm | Blockchain &amp;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923544"/>
            <a:ext cx="5577840" cy="56692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868680"/>
            <a:ext cx="5577840" cy="5669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1931"/>
                </a:solidFill>
                <a:latin typeface="Calibri"/>
              </a:defRPr>
            </a:pPr>
            <a:r>
              <a:t>📖 References – We Did Our Homework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323232"/>
                </a:solidFill>
                <a:latin typeface="Calibri"/>
              </a:defRPr>
            </a:pPr>
            <a:r>
              <a:t>📊 Data &amp; Benchmarks:</a:t>
            </a:r>
            <a:br/>
            <a:r>
              <a:t>• Loghub (LogPAI) – Real-world logs ground truth (12 systems, 9 train / 3 novel)</a:t>
            </a:r>
            <a:br/>
            <a:r>
              <a:t>  data/raw/loghub/ – Apache, BGL, HDFS, etc.</a:t>
            </a:r>
            <a:br/>
            <a:r>
              <a:t>• Drain3 – He et al. ICSE'19 log template mining, 97.2% GA macro</a:t>
            </a:r>
            <a:br/>
            <a:r>
              <a:t>• scikit-learn – kNN novelty detection, calibrated on foreign-host corpus</a:t>
            </a:r>
            <a:br/>
            <a:br/>
            <a:r>
              <a:t>☁️ Infra:</a:t>
            </a:r>
            <a:br/>
            <a:r>
              <a:t>• Upstash Redis / Vercel KV – persistence, cross-instance rule sharing</a:t>
            </a:r>
            <a:br/>
            <a:r>
              <a:t>• Vercel Serverless – deployment, 285MB bundle, cold start safe</a:t>
            </a:r>
            <a:br/>
            <a:r>
              <a:t>• FastAPI + Pydantic v2 – API, validation</a:t>
            </a:r>
            <a:br/>
            <a:br/>
            <a:r>
              <a:t>🤖 LLM:</a:t>
            </a:r>
            <a:br/>
            <a:r>
              <a:t>• Gemini 3 Flash, Groq gpt-oss-20b, Claude 3.5 Haiku – discovery</a:t>
            </a:r>
            <a:br/>
            <a:r>
              <a:t>• Fallback chain: Gemini → Groq → heuristic, llm_error surfaced</a:t>
            </a:r>
            <a:br/>
            <a:br/>
            <a:r>
              <a:t>🔍 Existing Solutions Studied:</a:t>
            </a:r>
            <a:br/>
            <a:r>
              <a:t>• Logstash (Grok), Fluentd, Elastic Ingest – manual config per format</a:t>
            </a:r>
            <a:br/>
            <a:r>
              <a:t>• Splunk, Datadog – $$$ per GB, still need parsers</a:t>
            </a:r>
            <a:br/>
            <a:r>
              <a:t>• How we differ: LLM writes rule once → auto-cache → zero toil (see Slide 2 callout)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3" y="923544"/>
            <a:ext cx="5577840" cy="5669280"/>
          </a:xfrm>
          <a:prstGeom prst="round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868680"/>
            <a:ext cx="5577840" cy="5669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914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0A1931"/>
                </a:solidFill>
                <a:latin typeface="Calibri"/>
              </a:defRPr>
            </a:pPr>
            <a:r>
              <a:t>👥 Team AlgoRhytm – The Humans Behind the 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2801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000" b="0">
                <a:solidFill>
                  <a:srgbClr val="323232"/>
                </a:solidFill>
                <a:latin typeface="Calibri"/>
              </a:defRPr>
            </a:pPr>
            <a:r>
              <a:t>🎭 Roles (we all code, but...):</a:t>
            </a:r>
            <a:br/>
            <a:r>
              <a:t>• Member 1 – Backend / Pipeline (main.py, pipeline/*)</a:t>
            </a:r>
            <a:br/>
            <a:r>
              <a:t>• Member 2 – ML / FormatGate (scikit-learn, train_format_gate.py)</a:t>
            </a:r>
            <a:br/>
            <a:r>
              <a:t>• Member 3 – Frontend / Vercel (static/*.js, vercel.json)</a:t>
            </a:r>
            <a:br/>
            <a:r>
              <a:t>• Member 4 – DevOps / Bash collectors (scripts/collect.sh)</a:t>
            </a:r>
            <a:br/>
            <a:r>
              <a:t>• Member 5 – Research / Loghub eval (evaluate_loghub.py, benchmark)</a:t>
            </a:r>
            <a:br/>
            <a:r>
              <a:t>• Member 6 – Docs / PPT / Demo (README, this PPT 😉)</a:t>
            </a:r>
            <a:br/>
            <a:br/>
            <a:r>
              <a:t>🔗 Links – Try it now!</a:t>
            </a:r>
            <a:br/>
            <a:r>
              <a:t>• 🌐 Live Demo: https://sih2026-w6sr.vercel.app</a:t>
            </a:r>
            <a:br/>
            <a:r>
              <a:t>• 💻 GitHub: github.com/agrwl-utkarsh/sih2026</a:t>
            </a:r>
            <a:br/>
            <a:r>
              <a:t>• 📡 API: POST /api/logs/ingest</a:t>
            </a:r>
            <a:br/>
            <a:r>
              <a:t>• 📄 Docs: /docs/accuracy_report.md</a:t>
            </a:r>
            <a:br/>
            <a:r>
              <a:t>• 📊 Benchmark: /docs/loghub_benchmark.md</a:t>
            </a:r>
            <a:br/>
            <a:r>
              <a:t>• 🧪 Tests: pytest tests/ -v (64 tests)</a:t>
            </a:r>
            <a:br/>
            <a:br/>
            <a:r>
              <a:t>🎉 Fun Fact: Our pipeline has seen more log formats than we have seen pizzas – and we love pizza!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