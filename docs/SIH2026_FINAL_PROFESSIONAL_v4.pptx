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Slide 1: Title – Universal Log Pre-processing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37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8DCF0"/>
                </a:solidFill>
                <a:latin typeface="Calibri"/>
              </a:defRPr>
            </a:pPr>
            <a:r>
              <a:t>PS 26156 | AlgoRhytm | Blockchain &amp; Cybersecurity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A1931"/>
                </a:solidFill>
                <a:latin typeface="Calibri"/>
              </a:defRPr>
            </a:pPr>
            <a:r>
              <a:t>Universal Log Pre-processing Framework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320040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3A5F"/>
                </a:solidFill>
                <a:latin typeface="Calibri"/>
              </a:defRPr>
            </a:pPr>
            <a:r>
              <a:t>Team: AlgoRhytm | PS ID: 26156 | Theme: Blockchain &amp; Cybersecurity | Software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331720"/>
            <a:ext cx="4572000" cy="64008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2286000"/>
            <a:ext cx="4572000" cy="640080"/>
          </a:xfrm>
          <a:prstGeom prst="roundRect">
            <a:avLst/>
          </a:prstGeom>
          <a:solidFill>
            <a:srgbClr val="FF6B35"/>
          </a:solidFill>
          <a:ln w="25400">
            <a:solidFill>
              <a:srgbClr val="6E2D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317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Team ID – [INSERT YOUR ACTUAL TEAM ID]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108960"/>
            <a:ext cx="6858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Calibri"/>
              </a:defRPr>
            </a:pPr>
            <a:r>
              <a:t>Problem: Modern observability ingests countless disparate log sources. Manual regex per source is intractable.</a:t>
            </a:r>
            <a:br/>
            <a:r>
              <a:t>Solution: Format-agnostic, two-tier pipeline that discovers formats on-the-fly with LLM (once per format) and executes cached rules at high throughput.</a:t>
            </a:r>
            <a:br/>
            <a:r>
              <a:t>Live Demo: https://sih2026-w6sr.vercel.app</a:t>
            </a:r>
            <a:br/>
            <a:r>
              <a:t>Team: 6 members – Backend, ML, Frontend, DevOps, Research, Docs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Slide 2: Idea &amp; Proposed Solution – Problem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37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8DCF0"/>
                </a:solidFill>
                <a:latin typeface="Calibri"/>
              </a:defRPr>
            </a:pPr>
            <a:r>
              <a:t>PS 26156 | AlgoRhytm | Blockchain &amp; Cybersecurity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868680"/>
            <a:ext cx="11430000" cy="68580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822960"/>
            <a:ext cx="1143000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A19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822960"/>
            <a:ext cx="73152" cy="68580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84124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1931"/>
                </a:solidFill>
                <a:latin typeface="Calibri"/>
              </a:defRPr>
            </a:pPr>
            <a:r>
              <a:t>🚨 PROBLEM: Security and IT teams today must hand-write a custom parser for every different log format (syslog, JSON, CSV, proprietary formats); this doesn't scale, breaks whenever a new system or format appears, and creates blind spots that attackers can exploit.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554480"/>
            <a:ext cx="11430000" cy="457200"/>
          </a:xfrm>
          <a:prstGeom prst="roundRect">
            <a:avLst/>
          </a:prstGeom>
          <a:solidFill>
            <a:srgbClr val="FDF0E1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554480"/>
            <a:ext cx="73152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57276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E2D0F"/>
                </a:solidFill>
                <a:latin typeface="Calibri"/>
              </a:defRPr>
            </a:pPr>
            <a:r>
              <a:t>⚖️ REAL-WORLD STAKES: CERT-In requires every organization to keep 180 days of logs and report incidents within 6 hours. Manual parsing can't meet this deadline.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057400"/>
            <a:ext cx="11430000" cy="457200"/>
          </a:xfrm>
          <a:prstGeom prst="roundRect">
            <a:avLst/>
          </a:prstGeom>
          <a:solidFill>
            <a:srgbClr val="E4F4F4"/>
          </a:solidFill>
          <a:ln w="19050">
            <a:solidFill>
              <a:srgbClr val="0F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057400"/>
            <a:ext cx="73152" cy="457200"/>
          </a:xfrm>
          <a:prstGeom prst="rect">
            <a:avLst/>
          </a:prstGeom>
          <a:solidFill>
            <a:srgbClr val="0F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07568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4141"/>
                </a:solidFill>
                <a:latin typeface="Calibri"/>
              </a:defRPr>
            </a:pPr>
            <a:r>
              <a:t>👥 WHO IT AFFECTS: Security teams at organizations like NTRO, NCIIPC, banks, telecom operators, and power utilities – all critical infrastructure where log blind spots = national risk.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56032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A1931"/>
                </a:solidFill>
                <a:latin typeface="Calibri"/>
              </a:defRPr>
            </a:pPr>
            <a:r>
              <a:t>📂 VISUAL PROOF – Same event, three different languages (why parsers break):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2880360"/>
            <a:ext cx="3657600" cy="91440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5760" y="2834640"/>
            <a:ext cx="365760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85292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A1931"/>
                </a:solidFill>
                <a:latin typeface="Calibri"/>
              </a:defRPr>
            </a:pPr>
            <a:r>
              <a:t>SYSLOG (Linux / sshd)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0632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C3C3C"/>
                </a:solidFill>
                <a:latin typeface="Calibri"/>
              </a:defRPr>
            </a:pPr>
            <a:r>
              <a:t>Oct 12 10:00:23 server sshd[123]:</a:t>
            </a:r>
            <a:br/>
            <a:r>
              <a:t>Failed password for root</a:t>
            </a:r>
            <a:br/>
            <a:r>
              <a:t>from 192.168.1.1 port 22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2880360"/>
            <a:ext cx="3657600" cy="91440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51960" y="2834640"/>
            <a:ext cx="365760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285292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A1931"/>
                </a:solidFill>
                <a:latin typeface="Calibri"/>
              </a:defRPr>
            </a:pPr>
            <a:r>
              <a:t>JSON (App / Cloud)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30632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C3C3C"/>
                </a:solidFill>
                <a:latin typeface="Calibri"/>
              </a:defRPr>
            </a:pPr>
            <a:r>
              <a:t>{"ts":"2026-10-12T10:00:23Z",</a:t>
            </a:r>
            <a:br/>
            <a:r>
              <a:t> "event":"auth_failure",</a:t>
            </a:r>
            <a:br/>
            <a:r>
              <a:t> "user":"root","ip":"192.168.1.1"}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80" y="2880360"/>
            <a:ext cx="3657600" cy="91440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38160" y="2834640"/>
            <a:ext cx="365760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285292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A1931"/>
                </a:solidFill>
                <a:latin typeface="Calibri"/>
              </a:defRPr>
            </a:pPr>
            <a:r>
              <a:t>WEB / NCSA (Apache / Nginx)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0632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C3C3C"/>
                </a:solidFill>
                <a:latin typeface="Calibri"/>
              </a:defRPr>
            </a:pPr>
            <a:r>
              <a:t>192.168.1.1 - - [12/Oct:10:00:23]</a:t>
            </a:r>
            <a:br/>
            <a:r>
              <a:t>"POST /login 401"</a:t>
            </a:r>
            <a:br/>
            <a:r>
              <a:t>"Failed password for root"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3886200"/>
            <a:ext cx="11430000" cy="45720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65760" y="3840480"/>
            <a:ext cx="11430000" cy="457200"/>
          </a:xfrm>
          <a:prstGeom prst="roundRect">
            <a:avLst/>
          </a:prstGeom>
          <a:solidFill>
            <a:srgbClr val="0A1931"/>
          </a:solidFill>
          <a:ln w="12700">
            <a:solidFill>
              <a:srgbClr val="0A19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8862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💡 Tagline: "Every log speaks a different language. We make them speak one."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4343400"/>
            <a:ext cx="11430000" cy="502920"/>
          </a:xfrm>
          <a:prstGeom prst="roundRect">
            <a:avLst/>
          </a:prstGeom>
          <a:solidFill>
            <a:srgbClr val="FDF0E1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36168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E2D0F"/>
                </a:solidFill>
                <a:latin typeface="Calibri"/>
              </a:defRPr>
            </a:pPr>
            <a:r>
              <a:t>Unlike tools that need a hand-written parser config for every new format, ours uses an LLM to write that rule automatically — once — then reuses it for free.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0" y="4983480"/>
            <a:ext cx="3566160" cy="164592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65760" y="4937760"/>
            <a:ext cx="356616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9834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4141"/>
                </a:solidFill>
                <a:latin typeface="Calibri"/>
              </a:defRPr>
            </a:pPr>
            <a:r>
              <a:t>① COLLECT &amp; IDENTIFY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257800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Calibri"/>
              </a:defRPr>
            </a:pPr>
            <a:r>
              <a:t>• Ingestion: Bash/syslog collector + FastAPI API (Python, FastAPI, Vercel)</a:t>
            </a:r>
            <a:br/>
            <a:r>
              <a:t>• Classification: scikit-learn checks known vs novel, Drain3 groups patterns</a:t>
            </a:r>
            <a:br/>
            <a:r>
              <a:t>• Tools: Python, Bash, FastAPI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43400" y="4983480"/>
            <a:ext cx="3566160" cy="164592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297680" y="4937760"/>
            <a:ext cx="356616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6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0" y="49834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C4123"/>
                </a:solidFill>
                <a:latin typeface="Calibri"/>
              </a:defRPr>
            </a:pPr>
            <a:r>
              <a:t>② UNDERSTAND &amp; MAP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0" y="5257800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Calibri"/>
              </a:defRPr>
            </a:pPr>
            <a:r>
              <a:t>• FAST PATH (green): Rule Store Upstash – cached rules, instant reuse</a:t>
            </a:r>
            <a:br/>
            <a:r>
              <a:t>• SLOW PATH (orange): LLM Rule Writer – writes rule once for unseen format</a:t>
            </a:r>
            <a:br/>
            <a:r>
              <a:t>• Review queue for edge cases (annotation)</a:t>
            </a:r>
            <a:br/>
            <a:r>
              <a:t>• Tools: Upstash, LLM Gemini/Groq/Claude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75320" y="4983480"/>
            <a:ext cx="3566160" cy="164592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229600" y="4937760"/>
            <a:ext cx="356616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19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21040" y="49834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931"/>
                </a:solidFill>
                <a:latin typeface="Calibri"/>
              </a:defRPr>
            </a:pPr>
            <a:r>
              <a:t>③ CLEAN &amp; DELIVER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5257800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Calibri"/>
              </a:defRPr>
            </a:pPr>
            <a:r>
              <a:t>• Normalization: Field normalization + Common Schema (Python, Pandas)</a:t>
            </a:r>
            <a:br/>
            <a:r>
              <a:t>• Output: Standardized JSON → SIEM / Monitoring / Analytics</a:t>
            </a:r>
            <a:br/>
            <a:r>
              <a:t>• 0.28 ms/line, 99.5% fast path, &lt;$15/yr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Slide 3: Technical Approach – System Architecture (Professional)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37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8DCF0"/>
                </a:solidFill>
                <a:latin typeface="Calibri"/>
              </a:defRPr>
            </a:pPr>
            <a:r>
              <a:t>PS 26156 | AlgoRhytm | Blockchain &amp; Cybersecurity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3_architecture_professional_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7772400" cy="2926080"/>
          </a:xfrm>
          <a:prstGeom prst="rect">
            <a:avLst/>
          </a:prstGeom>
        </p:spPr>
      </p:pic>
      <p:pic>
        <p:nvPicPr>
          <p:cNvPr id="9" name="Picture 8" descr="slide3_architecture_engineer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931920"/>
            <a:ext cx="7772400" cy="23774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75320" y="914400"/>
            <a:ext cx="3657600" cy="411480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0" y="868680"/>
            <a:ext cx="3657600" cy="4114800"/>
          </a:xfrm>
          <a:prstGeom prst="roundRect">
            <a:avLst/>
          </a:prstGeom>
          <a:solidFill>
            <a:srgbClr val="EBF0FA"/>
          </a:solidFill>
          <a:ln w="19050">
            <a:solidFill>
              <a:srgbClr val="0A19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9144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1931"/>
                </a:solidFill>
                <a:latin typeface="Calibri"/>
              </a:defRPr>
            </a:pPr>
            <a:r>
              <a:t>TECH STACK – Engineer 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23444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Calibri"/>
              </a:defRPr>
            </a:pPr>
            <a:r>
              <a:t>🐍 Python 3.10+ : Core pipeline</a:t>
            </a:r>
            <a:br/>
            <a:r>
              <a:t>⚡ FastAPI : REST API (main.py)</a:t>
            </a:r>
            <a:br/>
            <a:r>
              <a:t>   Pydantic v2 LogBatch</a:t>
            </a:r>
            <a:br/>
            <a:r>
              <a:t>🔍 Drain3 : Template mining</a:t>
            </a:r>
            <a:br/>
            <a:r>
              <a:t>   0.016 ms/line, 97.2% GA</a:t>
            </a:r>
            <a:br/>
            <a:r>
              <a:t>🧠 scikit-learn : FormatGate kNN</a:t>
            </a:r>
            <a:br/>
            <a:r>
              <a:t>   13 families, 95.2% novel recall</a:t>
            </a:r>
            <a:br/>
            <a:r>
              <a:t>🐼 Pandas : Offline eval only</a:t>
            </a:r>
            <a:br/>
            <a:r>
              <a:t>   Saves 75MB bundle</a:t>
            </a:r>
            <a:br/>
            <a:r>
              <a:t>🐧 Bash : Collectors</a:t>
            </a:r>
            <a:br/>
            <a:r>
              <a:t>   syslog, journalctl, docker</a:t>
            </a:r>
            <a:br/>
            <a:r>
              <a:t>☁️ Upstash / Vercel KV</a:t>
            </a:r>
            <a:br/>
            <a:r>
              <a:t>   Rule persistence</a:t>
            </a:r>
            <a:br/>
            <a:r>
              <a:t>▲ Vercel : Serverless</a:t>
            </a:r>
            <a:br/>
            <a:r>
              <a:t>   285MB / 500MB limit</a:t>
            </a:r>
            <a:br/>
            <a:r>
              <a:t>🤖 LLM : Gemini 3 Flash / Groq</a:t>
            </a:r>
            <a:br/>
            <a:r>
              <a:t>   Claude Haiku fallback</a:t>
            </a:r>
            <a:br/>
            <a:r>
              <a:t>   Chain + heuristic fallback</a:t>
            </a:r>
            <a:br/>
            <a:br/>
            <a:r>
              <a:t>Fast path green = no LLM</a:t>
            </a:r>
            <a:br/>
            <a:r>
              <a:t>Slow path orange = LLM once</a:t>
            </a:r>
            <a:br/>
            <a:r>
              <a:t>Review queue = /quarantine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6355080"/>
            <a:ext cx="11612880" cy="365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05050"/>
                </a:solidFill>
                <a:latin typeface="Calibri"/>
              </a:defRPr>
            </a:pPr>
            <a:r>
              <a:t>✅ HOW WE SOLVE IT – Same messy logs from Slide 2 → clean JSON: {timestamp:2026-10-12T10:00:23Z, source:server, severity:warning, event_type:auth_failure, message:Failed password..., extra:{ip:192.168.1.1}} → Common schema for SIEM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Slide 4: Feasibility and Viability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37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8DCF0"/>
                </a:solidFill>
                <a:latin typeface="Calibri"/>
              </a:defRPr>
            </a:pPr>
            <a:r>
              <a:t>PS 26156 | AlgoRhytm | Blockchain &amp; Cybersecurity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868680"/>
            <a:ext cx="5486400" cy="566928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822960"/>
            <a:ext cx="5486400" cy="5669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1931"/>
                </a:solidFill>
                <a:latin typeface="Calibri"/>
              </a:defRPr>
            </a:pPr>
            <a:r>
              <a:t>🔧 Feasibility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143000"/>
            <a:ext cx="53035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Calibri"/>
              </a:defRPr>
            </a:pPr>
            <a:r>
              <a:t>• Drain3: 0.016 ms/line, 97.2% GA on 12 Loghub systems</a:t>
            </a:r>
            <a:br/>
            <a:r>
              <a:t>• FormatGate: 100% known-family, 95.2% novel recall (Loghub real)</a:t>
            </a:r>
            <a:br/>
            <a:r>
              <a:t>• LLM discovery: Once per template → Upstash persistence</a:t>
            </a:r>
            <a:br/>
            <a:r>
              <a:t>• Vercel serverless: 285 MB bundle (&lt;500 MB), cold start = joblib.load</a:t>
            </a:r>
            <a:br/>
            <a:r>
              <a:t>• Pandas offline: saves 75MB, not in hot path</a:t>
            </a:r>
            <a:br/>
            <a:r>
              <a:t>• 0.28 ms/line, 99.5% fast path</a:t>
            </a:r>
            <a:br/>
            <a:br/>
            <a:r>
              <a:t>Challenges → Our Fix:</a:t>
            </a:r>
            <a:br/>
            <a:r>
              <a:t>┌────────────────────┬────────────────────┐</a:t>
            </a:r>
            <a:br/>
            <a:r>
              <a:t>│ Challenge          │ Our Fix            │</a:t>
            </a:r>
            <a:br/>
            <a:r>
              <a:t>├────────────────────┼────────────────────┤</a:t>
            </a:r>
            <a:br/>
            <a:r>
              <a:t>│ LLM 403/rate limit │ Groq fallback +    │</a:t>
            </a:r>
            <a:br/>
            <a:r>
              <a:t>│                    │ heuristic parser   │</a:t>
            </a:r>
            <a:br/>
            <a:r>
              <a:t>│ Cold start loss    │ Upstash KV re-fetch│</a:t>
            </a:r>
            <a:br/>
            <a:r>
              <a:t>│ Novel flood        │ TPL_ENFORCE +      │</a:t>
            </a:r>
            <a:br/>
            <a:r>
              <a:t>│                    │ graduation 98% ↓   │</a:t>
            </a:r>
            <a:br/>
            <a:r>
              <a:t>│ Timezone naive     │ Assume UTC, doc'd  │</a:t>
            </a:r>
            <a:br/>
            <a:r>
              <a:t>└────────────────────┴────────────────────┘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868680"/>
            <a:ext cx="5486400" cy="566928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822960"/>
            <a:ext cx="5486400" cy="5669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A19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8686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1931"/>
                </a:solidFill>
                <a:latin typeface="Calibri"/>
              </a:defRPr>
            </a:pPr>
            <a:r>
              <a:t>💼 Viability (Real need moved to Slide 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143000"/>
            <a:ext cx="53035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Calibri"/>
              </a:defRPr>
            </a:pPr>
            <a:r>
              <a:t>• Can stay in India: Open-source (Python, FastAPI, Drain3, sklearn) + Vercel KV/Upstash, no foreign dependency</a:t>
            </a:r>
            <a:br/>
            <a:br/>
            <a:r>
              <a:t>• Business model: Freemium SMEs, enterprise for NTRO/NCIIPC/banks/telecom/power – &lt;$15/yr vs $1000s</a:t>
            </a:r>
            <a:br/>
            <a:br/>
            <a:r>
              <a:t>• Grows easily: Horizontal scale – FastAPI stateless, Vercel serverless, Bash collectors anywhere, 3.5k logs/sec/instance</a:t>
            </a:r>
            <a:br/>
            <a:br/>
            <a:r>
              <a:t>• Wide market: Every org with &gt;1 log source – banks, telecom, power, govt (NTRO, NCIIPC), healthcare, e-commerce</a:t>
            </a:r>
            <a:br/>
            <a:br/>
            <a:r>
              <a:t>Note: CERT-In 180 days / 6 hrs now on Slide 2 as stakes – removed here to avoid repetition.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Slide 5: Impact and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37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8DCF0"/>
                </a:solidFill>
                <a:latin typeface="Calibri"/>
              </a:defRPr>
            </a:pPr>
            <a:r>
              <a:t>PS 26156 | AlgoRhytm | Blockchain &amp; Cybersecurity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822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23232"/>
                </a:solidFill>
                <a:latin typeface="Calibri"/>
              </a:defRPr>
            </a:pPr>
            <a:r>
              <a:t>🌍 Impact: Security teams at NTRO, NCIIPC, banks, telecom operators, power utilities get faster incident response, reduced toil.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280160"/>
            <a:ext cx="3566160" cy="201168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1234440"/>
            <a:ext cx="3566160" cy="2011680"/>
          </a:xfrm>
          <a:prstGeom prst="roundRect">
            <a:avLst/>
          </a:prstGeom>
          <a:solidFill>
            <a:srgbClr val="E4F4F4"/>
          </a:solidFill>
          <a:ln w="25400">
            <a:solidFill>
              <a:srgbClr val="0F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2801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A4141"/>
                </a:solidFill>
                <a:latin typeface="Calibri"/>
              </a:defRPr>
            </a:pPr>
            <a:r>
              <a:t>⚡ 99.5%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931"/>
                </a:solidFill>
                <a:latin typeface="Calibri"/>
              </a:defRPr>
            </a:pPr>
            <a:r>
              <a:t>Lines without 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9659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C3C3C"/>
                </a:solidFill>
                <a:latin typeface="Calibri"/>
              </a:defRPr>
            </a:pPr>
            <a:r>
              <a:t>Fast path cache + Drain3</a:t>
            </a:r>
            <a:br/>
            <a:r>
              <a:t>0.28 ms/line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280160"/>
            <a:ext cx="3566160" cy="201168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97680" y="1234440"/>
            <a:ext cx="3566160" cy="2011680"/>
          </a:xfrm>
          <a:prstGeom prst="roundRect">
            <a:avLst/>
          </a:prstGeom>
          <a:solidFill>
            <a:srgbClr val="FDF0E1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2801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6E2D0F"/>
                </a:solidFill>
                <a:latin typeface="Calibri"/>
              </a:defRPr>
            </a:pPr>
            <a:r>
              <a:t>💰 &lt;$15 / yr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6916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931"/>
                </a:solidFill>
                <a:latin typeface="Calibri"/>
              </a:defRPr>
            </a:pPr>
            <a:r>
              <a:t>Cost for one year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19659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C3C3C"/>
                </a:solidFill>
                <a:latin typeface="Calibri"/>
              </a:defRPr>
            </a:pPr>
            <a:r>
              <a:t>At 1M logs/day</a:t>
            </a:r>
            <a:br/>
            <a:r>
              <a:t>~20 new formats/mo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1280160"/>
            <a:ext cx="3566160" cy="201168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0" y="1234440"/>
            <a:ext cx="3566160" cy="2011680"/>
          </a:xfrm>
          <a:prstGeom prst="roundRect">
            <a:avLst/>
          </a:prstGeom>
          <a:solidFill>
            <a:srgbClr val="E4F4E6"/>
          </a:solidFill>
          <a:ln w="25400">
            <a:solidFill>
              <a:srgbClr val="146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2801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C4123"/>
                </a:solidFill>
                <a:latin typeface="Calibri"/>
              </a:defRPr>
            </a:pPr>
            <a:r>
              <a:t>🧠 &lt;2%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16916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931"/>
                </a:solidFill>
                <a:latin typeface="Calibri"/>
              </a:defRPr>
            </a:pPr>
            <a:r>
              <a:t>Logs sent to LLM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19659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C3C3C"/>
                </a:solidFill>
                <a:latin typeface="Calibri"/>
              </a:defRPr>
            </a:pPr>
            <a:r>
              <a:t>98% fewer calls vs naive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3375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87878"/>
                </a:solidFill>
                <a:latin typeface="Calibri"/>
              </a:defRPr>
            </a:pPr>
            <a:r>
              <a:t>📌 Caption: Modeled / estimated figures — assumes 1M logs/day, ~15-25 distinct log formats/month, ~8 sightings to graduate a novel template; LLM = Gemini Flash / Groq pricing; fast-path 99.5% measured.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70332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Calibri"/>
              </a:defRPr>
            </a:pPr>
            <a:r>
              <a:t>Benefits:</a:t>
            </a:r>
            <a:br/>
            <a:r>
              <a:t>• Cost: &lt;$15/year vs $1000s if every log hit LLM</a:t>
            </a:r>
            <a:br/>
            <a:r>
              <a:t>• Speed: 0.28 ms/line → ~3.5k logs/sec, scales horizontally</a:t>
            </a:r>
            <a:br/>
            <a:r>
              <a:t>• Accuracy: 97.2% Drain3 grouping, 100% family classification</a:t>
            </a:r>
            <a:br/>
            <a:r>
              <a:t>• Resilience: Heuristic fallback, quarantine for novel flood</a:t>
            </a:r>
            <a:br/>
            <a:r>
              <a:t>• Interop: Standardized JSON → Splunk, Elastic, Sentinel</a:t>
            </a:r>
            <a:br/>
            <a:r>
              <a:t>• DevEx: No regex – POST /api/logs/ingest or Bash collector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Slide 6: Research &amp;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37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8DCF0"/>
                </a:solidFill>
                <a:latin typeface="Calibri"/>
              </a:defRPr>
            </a:pPr>
            <a:r>
              <a:t>PS 26156 | AlgoRhytm | Blockchain &amp; Cybersecurity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8229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Calibri"/>
              </a:defRPr>
            </a:pPr>
            <a:r>
              <a:t>References:</a:t>
            </a:r>
            <a:br/>
            <a:r>
              <a:t>• Loghub (LogPAI) – 12 systems ground truth</a:t>
            </a:r>
            <a:br/>
            <a:r>
              <a:t>• Drain3 – ICSE'19 log template mining</a:t>
            </a:r>
            <a:br/>
            <a:r>
              <a:t>• scikit-learn – kNN novelty detection</a:t>
            </a:r>
            <a:br/>
            <a:r>
              <a:t>• Upstash / Vercel KV – persistence</a:t>
            </a:r>
            <a:br/>
            <a:r>
              <a:t>• Gemini 3 Flash, Groq, Claude – LLM discovery</a:t>
            </a:r>
            <a:br/>
            <a:br/>
            <a:r>
              <a:t>Existing Solutions Studied:</a:t>
            </a:r>
            <a:br/>
            <a:r>
              <a:t>• Logstash, Fluentd, Elastic – manual config</a:t>
            </a:r>
            <a:br/>
            <a:r>
              <a:t>• How we differ: LLM writes rule once → cache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8229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Calibri"/>
              </a:defRPr>
            </a:pPr>
            <a:r>
              <a:t>Team AlgoRhytm – Roles:</a:t>
            </a:r>
            <a:br/>
            <a:r>
              <a:t>• Member 1 – Backend / Pipeline</a:t>
            </a:r>
            <a:br/>
            <a:r>
              <a:t>• Member 2 – ML / FormatGate</a:t>
            </a:r>
            <a:br/>
            <a:r>
              <a:t>• Member 3 – Frontend / Vercel</a:t>
            </a:r>
            <a:br/>
            <a:r>
              <a:t>• Member 4 – DevOps / Bash collectors</a:t>
            </a:r>
            <a:br/>
            <a:r>
              <a:t>• Member 5 – Research / Loghub eval</a:t>
            </a:r>
            <a:br/>
            <a:r>
              <a:t>• Member 6 – Docs / PPT</a:t>
            </a:r>
            <a:br/>
            <a:br/>
            <a:r>
              <a:t>Links:</a:t>
            </a:r>
            <a:br/>
            <a:r>
              <a:t>• Live: https://sih2026-w6sr.vercel.app</a:t>
            </a:r>
            <a:br/>
            <a:r>
              <a:t>• GitHub: github.com/agrwl-utkarsh/sih2026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