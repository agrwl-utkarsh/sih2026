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1: Title – Universal Log Pre-processing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931"/>
                </a:solidFill>
                <a:latin typeface="Calibri"/>
              </a:defRPr>
            </a:pPr>
            <a:r>
              <a:t>Universal Log Pre-processing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2004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3458"/>
                </a:solidFill>
                <a:latin typeface="Calibri"/>
              </a:defRPr>
            </a:pPr>
            <a:r>
              <a:t>Team: AlgoRhytm | PS ID: 26156 | Theme: Blockchain &amp; Cybersecurity | Category: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31720"/>
            <a:ext cx="4572000" cy="6400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4572000" cy="640080"/>
          </a:xfrm>
          <a:prstGeom prst="roundRect">
            <a:avLst/>
          </a:prstGeom>
          <a:solidFill>
            <a:srgbClr val="FF6B35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ID – [INSERT YOUR ACTUAL TEAM ID]  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t>Problem: Modern observability ingests countless disparate log sources. Manual regex per source is intractable.</a:t>
            </a:r>
            <a:br/>
            <a:r>
              <a:t>Solution: Format-agnostic, two-tier pipeline that discovers formats on-the-fly with LLM (once per format) and executes cached rules at high throughput.</a:t>
            </a:r>
            <a:br/>
            <a:r>
              <a:t>Live Demo: https://sih2026-w6sr.vercel.app</a:t>
            </a:r>
            <a:br/>
            <a:r>
              <a:t>Team: 6 members – Backend, ML, Frontend, DevOps, Research,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2: Idea &amp; Proposed Solution – Problem First, Then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68680"/>
            <a:ext cx="11430000" cy="6858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822960"/>
            <a:ext cx="11430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22960"/>
            <a:ext cx="73152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412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1931"/>
                </a:solidFill>
                <a:latin typeface="Calibri"/>
              </a:defRPr>
            </a:pPr>
            <a:r>
              <a:t>🚨 PROBLEM: Security and IT teams today must hand-write a custom parser for every different log format (syslog, JSON, CSV, proprietary formats); this doesn't scale, breaks whenever a new system or format appears, and creates blind spots that attackers can exploit.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11430000" cy="4572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731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A3412"/>
                </a:solidFill>
                <a:latin typeface="Calibri"/>
              </a:defRPr>
            </a:pPr>
            <a:r>
              <a:t>⚖️ REAL-WORLD STAKES: CERT-In requires every organization to keep 180 days of logs and report incidents within 6 hours. Manual parsing can't meet this deadline.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057400"/>
            <a:ext cx="11430000" cy="457200"/>
          </a:xfrm>
          <a:prstGeom prst="roundRect">
            <a:avLst/>
          </a:prstGeom>
          <a:solidFill>
            <a:srgbClr val="E8FAF9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057400"/>
            <a:ext cx="73152" cy="4572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766E"/>
                </a:solidFill>
                <a:latin typeface="Calibri"/>
              </a:defRPr>
            </a:pPr>
            <a:r>
              <a:t>👥 WHO IT AFFECTS: Security teams at organizations like NTRO, NCIIPC, banks, telecom operators, and power utilities – all critical infrastructure where log blind spots = national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603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931"/>
                </a:solidFill>
                <a:latin typeface="Calibri"/>
              </a:defRPr>
            </a:pPr>
            <a:r>
              <a:t>📂 VISUAL PROOF – Same event, three different languages (why parsers break):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2834640"/>
            <a:ext cx="36576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SYSLOG (Linux / sshd)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Oct 12 10:00:23 server sshd[123]:</a:t>
            </a:r>
            <a:br/>
            <a:r>
              <a:t>Failed password for root</a:t>
            </a:r>
            <a:br/>
            <a:r>
              <a:t>from 192.168.1.1 port 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2834640"/>
            <a:ext cx="36576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JSON (App / Cloud)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{"ts":"2026-10-12T10:00:23Z",</a:t>
            </a:r>
            <a:br/>
            <a:r>
              <a:t> "event":"auth_failure",</a:t>
            </a:r>
            <a:br/>
            <a:r>
              <a:t> "user":"root","ip":"192.168.1.1"}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880360"/>
            <a:ext cx="3657600" cy="914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2834640"/>
            <a:ext cx="36576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852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1931"/>
                </a:solidFill>
                <a:latin typeface="Calibri"/>
              </a:defRPr>
            </a:pPr>
            <a:r>
              <a:t>WEB / NCSA (Apache / Nginx)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C3C3C"/>
                </a:solidFill>
                <a:latin typeface="Calibri"/>
              </a:defRPr>
            </a:pPr>
            <a:r>
              <a:t>192.168.1.1 - - [12/Oct:10:00:23]</a:t>
            </a:r>
            <a:br/>
            <a:r>
              <a:t>"POST /login 401"</a:t>
            </a:r>
            <a:br/>
            <a:r>
              <a:t>"Failed password for root"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86200"/>
            <a:ext cx="11430000" cy="4572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760" y="3840480"/>
            <a:ext cx="11430000" cy="457200"/>
          </a:xfrm>
          <a:prstGeom prst="roundRect">
            <a:avLst/>
          </a:prstGeom>
          <a:solidFill>
            <a:srgbClr val="0A1931"/>
          </a:solidFill>
          <a:ln w="127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💡 Tagline: "Every log speaks a different language. We make them speak one."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343400"/>
            <a:ext cx="11430000" cy="5029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61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A3412"/>
                </a:solidFill>
                <a:latin typeface="Calibri"/>
              </a:defRPr>
            </a:pPr>
            <a:r>
              <a:t>Unlike tools that need a hand-written parser config for every new format, ours uses an LLM to write that rule automatically — once — then reuses it for free.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766E"/>
                </a:solidFill>
                <a:latin typeface="Calibri"/>
              </a:defRPr>
            </a:pPr>
            <a:r>
              <a:t>① COLLECT &amp; IDENTIFY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Ingestion: Bash/syslog collector + FastAPI API (Python, FastAPI, Vercel)</a:t>
            </a:r>
            <a:br/>
            <a:r>
              <a:t>• Classification: scikit-learn checks known vs novel, Drain3 groups patterns</a:t>
            </a:r>
            <a:br/>
            <a:r>
              <a:t>• Tools: Python, Bash, FastAPI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9768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5803D"/>
                </a:solidFill>
                <a:latin typeface="Calibri"/>
              </a:defRPr>
            </a:pPr>
            <a:r>
              <a:t>② UNDERSTAND &amp; 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FAST PATH (green): Rule Store Upstash – cached rules, instant reuse</a:t>
            </a:r>
            <a:br/>
            <a:r>
              <a:t>• SLOW PATH (orange): LLM Rule Writer – writes rule once for unseen format</a:t>
            </a:r>
            <a:br/>
            <a:r>
              <a:t>• Review queue for edge cases (annotation)</a:t>
            </a:r>
            <a:br/>
            <a:r>
              <a:t>• Tools: Upstash, LLM Gemini/Groq/Claude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4983480"/>
            <a:ext cx="356616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0" y="4937760"/>
            <a:ext cx="3566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③ CLEAN &amp; DELIVER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2578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Normalization: Field normalization + Common Schema (Python, Pandas)</a:t>
            </a:r>
            <a:br/>
            <a:r>
              <a:t>• Output: Standardized JSON → SIEM / Monitoring / Analytics</a:t>
            </a:r>
            <a:br/>
            <a:r>
              <a:t>• 0.28 ms/line, 99.5% fast path, &lt;$15/yr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3: Technical Approach – How Every Log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3_architectur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498079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868680"/>
            <a:ext cx="3840480" cy="3657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822960"/>
            <a:ext cx="3840480" cy="365760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1931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234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Python 3.10+ : Core pipeline</a:t>
            </a:r>
            <a:br/>
            <a:r>
              <a:t>FastAPI : REST API (main.py)</a:t>
            </a:r>
            <a:br/>
            <a:r>
              <a:t>Drain3 : Template mining 0.016ms</a:t>
            </a:r>
            <a:br/>
            <a:r>
              <a:t>scikit-learn : FormatGate kNN</a:t>
            </a:r>
            <a:br/>
            <a:r>
              <a:t>Pandas : Offline eval only</a:t>
            </a:r>
            <a:br/>
            <a:r>
              <a:t>Bash/Linux : Collectors</a:t>
            </a:r>
            <a:br/>
            <a:r>
              <a:t>Upstash / Vercel KV : Persistence</a:t>
            </a:r>
            <a:br/>
            <a:r>
              <a:t>Vercel : Serverless deploy</a:t>
            </a:r>
            <a:br/>
            <a:r>
              <a:t>LLM : Gemini 3 Flash / Groq / Claude</a:t>
            </a:r>
            <a:br/>
            <a:r>
              <a:t>Live: sih2026-w6sr.vercel.app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6035040"/>
            <a:ext cx="116128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50"/>
                </a:solidFill>
                <a:latin typeface="Calibri"/>
              </a:defRPr>
            </a:pPr>
            <a:r>
              <a:t>✅ HOW WE SOLVE IT – Same messy logs from Slide 2 → clean JSON: 'Failed password...' → {timestamp:2026-10-12T10:00:23Z, source:server, severity:warning, event_type:auth_failure, message:Failed password..., extra:{ip:192.168.1.1}} → Common schema for SIEM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4: 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68680"/>
            <a:ext cx="548640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822960"/>
            <a:ext cx="5486400" cy="5669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931"/>
                </a:solidFill>
                <a:latin typeface="Calibri"/>
              </a:defRPr>
            </a:pPr>
            <a:r>
              <a:t>🔧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• Drain3: 0.016 ms/line, 97.2% grouping accuracy on 12 Loghub systems</a:t>
            </a:r>
            <a:br/>
            <a:r>
              <a:t>• FormatGate: 100% known-family, 95.2% novel recall (Loghub real logs)</a:t>
            </a:r>
            <a:br/>
            <a:r>
              <a:t>• LLM discovery: Once per template → Upstash persistence, survives cold start</a:t>
            </a:r>
            <a:br/>
            <a:r>
              <a:t>• Vercel serverless: 285 MB bundle (&lt;500 MB limit), cold start = joblib.load</a:t>
            </a:r>
            <a:br/>
            <a:r>
              <a:t>• Pandas offline: saves 75MB bundle, not in hot path</a:t>
            </a:r>
            <a:br/>
            <a:r>
              <a:t>• 0.28 ms/line end-to-end, 99.5% fast path</a:t>
            </a:r>
            <a:br/>
            <a:br/>
            <a:r>
              <a:t>Challenges → Our Fix:</a:t>
            </a:r>
            <a:br/>
            <a:r>
              <a:t>┌────────────────────┬────────────────────┐</a:t>
            </a:r>
            <a:br/>
            <a:r>
              <a:t>│ Challenge          │ Our Fix            │</a:t>
            </a:r>
            <a:br/>
            <a:r>
              <a:t>├────────────────────┼────────────────────┤</a:t>
            </a:r>
            <a:br/>
            <a:r>
              <a:t>│ LLM 403/rate limit │ Groq fallback +    │</a:t>
            </a:r>
            <a:br/>
            <a:r>
              <a:t>│                    │ heuristic parser   │</a:t>
            </a:r>
            <a:br/>
            <a:r>
              <a:t>│ Cold start loss    │ Upstash KV re-fetch│</a:t>
            </a:r>
            <a:br/>
            <a:r>
              <a:t>│ Novel flood        │ TPL_ENFORCE +      │</a:t>
            </a:r>
            <a:br/>
            <a:r>
              <a:t>│                    │ graduation 98% ↓   │</a:t>
            </a:r>
            <a:br/>
            <a:r>
              <a:t>│ Timezone naive     │ Assume UTC, doc'd  │</a:t>
            </a:r>
            <a:br/>
            <a:r>
              <a:t>└────────────────────┴────────────────────┘</a:t>
            </a:r>
            <a:br/>
            <a:br/>
            <a:r>
              <a:t>Accuracy: 100% known (3k synthetic), Loghub 100% family on 9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868680"/>
            <a:ext cx="548640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822960"/>
            <a:ext cx="5486400" cy="5669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868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931"/>
                </a:solidFill>
                <a:latin typeface="Calibri"/>
              </a:defRPr>
            </a:pPr>
            <a:r>
              <a:t>💼 Viability (Real need bullet moved to Slide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4300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Calibri"/>
              </a:defRPr>
            </a:pPr>
            <a:r>
              <a:t>Viability – Why this will work in India:</a:t>
            </a:r>
            <a:br/>
            <a:br/>
            <a:r>
              <a:t>• Can stay in India: Built on open-source (Python, FastAPI, Drain3, scikit-learn) + Indian cloud (Vercel KV / Upstash), no foreign dependency, data stays local</a:t>
            </a:r>
            <a:br/>
            <a:br/>
            <a:r>
              <a:t>• Business model: Freemium for SMEs, enterprise license for NTRO/NCIIPC/banks/telecom/power – &lt;$15/yr LLM cost vs $1000s, saves SOC toil</a:t>
            </a:r>
            <a:br/>
            <a:br/>
            <a:r>
              <a:t>• Grows easily: Horizontal scale – FastAPI stateless, Vercel serverless, Bash collectors work anywhere (syslog, journalctl, docker, kubectl), 3.5k logs/sec per instance</a:t>
            </a:r>
            <a:br/>
            <a:br/>
            <a:r>
              <a:t>• Wide market: Every org with &gt;1 log source needs this – banks, telecom, power, government (NTRO, NCIIPC), healthcare, e-commerce. TAM = all of India’s digital infra</a:t>
            </a:r>
            <a:br/>
            <a:br/>
            <a:r>
              <a:t>Note: CERT-In 180 days / 6 hours requirement now appears on Slide 2 as real-world stakes (moved per resequencing instructions) – not duplicated here to avoid repetition.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5: 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🌍 Impact: Security teams at NTRO, NCIIPC, banks, telecom operators, power utilities get faster incident response, reduced toil, no blind 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566160" cy="2011680"/>
          </a:xfrm>
          <a:prstGeom prst="roundRect">
            <a:avLst/>
          </a:prstGeom>
          <a:solidFill>
            <a:srgbClr val="E8FAF9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  <a:latin typeface="Calibri"/>
              </a:defRPr>
            </a:pPr>
            <a:r>
              <a:t>⚡ 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Lines without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Fast path cache + Drain3</a:t>
            </a:r>
            <a:br/>
            <a:r>
              <a:t>0.28 ms/line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234440"/>
            <a:ext cx="3566160" cy="201168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A3412"/>
                </a:solidFill>
                <a:latin typeface="Calibri"/>
              </a:defRPr>
            </a:pPr>
            <a:r>
              <a:t>💰 &lt;$15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Cost for one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At 1M logs/day</a:t>
            </a:r>
            <a:br/>
            <a:r>
              <a:t>~20 new formats/mo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280160"/>
            <a:ext cx="3566160" cy="20116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234440"/>
            <a:ext cx="3566160" cy="20116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803D"/>
                </a:solidFill>
                <a:latin typeface="Calibri"/>
              </a:defRPr>
            </a:pPr>
            <a:r>
              <a:t>🧠 &lt;2%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931"/>
                </a:solidFill>
                <a:latin typeface="Calibri"/>
              </a:defRPr>
            </a:pPr>
            <a:r>
              <a:t>Logs sent to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65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C3C3C"/>
                </a:solidFill>
                <a:latin typeface="Calibri"/>
              </a:defRPr>
            </a:pPr>
            <a:r>
              <a:t>98% fewer calls vs naive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87878"/>
                </a:solidFill>
                <a:latin typeface="Calibri"/>
              </a:defRPr>
            </a:pPr>
            <a:r>
              <a:t>📌 Caption: Modeled / estimated figures — assumes 1M logs/day, ~15-25 distinct log formats/month, ~8 sightings to graduate a novel template; LLM = Gemini Flash / Groq pricing; fast-path 99.5% measured.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Benefits:</a:t>
            </a:r>
            <a:br/>
            <a:r>
              <a:t>• Cost: &lt;$15/year vs $1000s if every log hit LLM</a:t>
            </a:r>
            <a:br/>
            <a:r>
              <a:t>• Speed: 0.28 ms/line → ~3.5k logs/sec, scales horizontally</a:t>
            </a:r>
            <a:br/>
            <a:r>
              <a:t>• Accuracy: 97.2% Drain3 grouping, 100% family classification</a:t>
            </a:r>
            <a:br/>
            <a:r>
              <a:t>• Resilience: Heuristic fallback, quarantine for novel flood</a:t>
            </a:r>
            <a:br/>
            <a:r>
              <a:t>• Interop: Standardized JSON → Splunk, Elastic, Sentinel</a:t>
            </a:r>
            <a:br/>
            <a:r>
              <a:t>• DevEx: No regex – POST /api/logs/ingest or Bash collector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Slide 6: Research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References:</a:t>
            </a:r>
            <a:br/>
            <a:r>
              <a:t>• Loghub (LogPAI) – 12 systems ground truth</a:t>
            </a:r>
            <a:br/>
            <a:r>
              <a:t>• Drain3 – ICSE'19 log template mining</a:t>
            </a:r>
            <a:br/>
            <a:r>
              <a:t>• scikit-learn – kNN novelty detection</a:t>
            </a:r>
            <a:br/>
            <a:r>
              <a:t>• Upstash / Vercel KV – persistence</a:t>
            </a:r>
            <a:br/>
            <a:r>
              <a:t>• Gemini 3 Flash, Groq, Claude – LLM discovery</a:t>
            </a:r>
            <a:br/>
            <a:br/>
            <a:r>
              <a:t>Existing Solutions Studied:</a:t>
            </a:r>
            <a:br/>
            <a:r>
              <a:t>• Logstash, Fluentd, Elastic – manual config</a:t>
            </a:r>
            <a:br/>
            <a:r>
              <a:t>• How we differ: LLM writes rule once →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Team AlgoRhytm – Roles:</a:t>
            </a:r>
            <a:br/>
            <a:r>
              <a:t>• Member 1 – Backend / Pipeline</a:t>
            </a:r>
            <a:br/>
            <a:r>
              <a:t>• Member 2 – ML / FormatGate</a:t>
            </a:r>
            <a:br/>
            <a:r>
              <a:t>• Member 3 – Frontend / Vercel</a:t>
            </a:r>
            <a:br/>
            <a:r>
              <a:t>• Member 4 – DevOps / Bash collectors</a:t>
            </a:r>
            <a:br/>
            <a:r>
              <a:t>• Member 5 – Research / Loghub eval</a:t>
            </a:r>
            <a:br/>
            <a:r>
              <a:t>• Member 6 – Docs / PPT</a:t>
            </a:r>
            <a:br/>
            <a:br/>
            <a:r>
              <a:t>Links:</a:t>
            </a:r>
            <a:br/>
            <a:r>
              <a:t>• Live: https://sih2026-w6sr.vercel.app</a:t>
            </a:r>
            <a:br/>
            <a:r>
              <a:t>• GitHub: github.com/agrwl-utkarsh/sih2026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