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719072"/>
            <a:ext cx="340156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Proven technology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Built on free, trusted open-source tools (Python, FastAPI, Drain3, scikit-learn) that are used worldwide.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 running cost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called only when a brand-new log format appears, so the bill stays small even at millions of logs a day.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Easy to adopt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Any log source connects through a simple web API or a Bash script. No parser writing or coding is needed.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available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Tested on public real-world log datasets (Loghub) from many systems. No private or secret data is needed.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Safe rollout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Starts in watch-only 'shadow mode', so teams can check results before switching it on fully.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719072"/>
            <a:ext cx="344728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Clear rollout path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Pilot with one PSU, then sector security centres, then a nationwide NCIIPC rollout.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609344"/>
            <a:ext cx="1645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609344"/>
            <a:ext cx="16916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8366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8366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8366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8366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8366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Switches to a backup AI, then to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75234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75234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75234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75234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75234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AI runs once per log format, not per line; 99.5% of lines skip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62102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62102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62102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62102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62102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Held in a review queue, never dropped; accepted once confirmed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448970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448970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448970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448970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448970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535838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535838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Sensitive data in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535838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35838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535838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Runs on-premise; self-hosted AI planned so nothing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our AI-call rate is measured in our benchmark.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