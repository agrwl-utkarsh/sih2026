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format out: AI learns each new format once, then saved rules do the rest.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1024128"/>
            <a:ext cx="11503152" cy="786384"/>
          </a:xfrm>
          <a:prstGeom prst="roundRect">
            <a:avLst>
              <a:gd name="adj" fmla="val 12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1161288"/>
            <a:ext cx="1417320" cy="51206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1161288"/>
            <a:ext cx="14173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1042416"/>
            <a:ext cx="969264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Turn messy logs in hundreds of formats into </a:t>
            </a:r>
            <a:r>
              <a:rPr sz="1600" b="1">
                <a:solidFill>
                  <a:srgbClr val="FFC98A"/>
                </a:solidFill>
                <a:latin typeface="Calibri"/>
              </a:rPr>
              <a:t>one clean, common format</a:t>
            </a:r>
            <a:r>
              <a:rPr sz="1600" b="0">
                <a:solidFill>
                  <a:srgbClr val="FFFFFF"/>
                </a:solidFill>
                <a:latin typeface="Calibri"/>
              </a:rPr>
              <a:t>. AI learns each new format </a:t>
            </a:r>
            <a:r>
              <a:rPr sz="1600" b="1">
                <a:solidFill>
                  <a:srgbClr val="FFC98A"/>
                </a:solidFill>
                <a:latin typeface="Calibri"/>
              </a:rPr>
              <a:t>only once</a:t>
            </a:r>
            <a:r>
              <a:rPr sz="1600" b="0">
                <a:solidFill>
                  <a:srgbClr val="FFFFFF"/>
                </a:solidFill>
                <a:latin typeface="Calibri"/>
              </a:rPr>
              <a:t>; after that, fast saved rules do the work.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920240"/>
            <a:ext cx="11503152" cy="34930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920240"/>
            <a:ext cx="11503152" cy="384048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1920240"/>
            <a:ext cx="111556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Calibri"/>
              </a:rPr>
              <a:t>OUR SOLUTION</a:t>
            </a:r>
            <a:r>
              <a:rPr sz="1200" b="0">
                <a:solidFill>
                  <a:srgbClr val="FFFFFF"/>
                </a:solidFill>
                <a:latin typeface="Calibri"/>
              </a:rPr>
              <a:t>   a smart, self-learning log pre-processing pipeline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F5FBF"/>
                </a:solidFill>
                <a:latin typeface="Calibri"/>
              </a:rPr>
              <a:t>How it works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508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38A36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44768" y="2423160"/>
            <a:ext cx="18288" cy="2880360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2688336"/>
            <a:ext cx="5486400" cy="2743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100" b="0">
                <a:solidFill>
                  <a:srgbClr val="1E2530"/>
                </a:solidFill>
                <a:latin typeface="Calibri"/>
              </a:rPr>
              <a:t>servers, apps, firewalls and cloud send logs through a web API or a Bash collector (syslog, journalctl, Docker, Kubernetes).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Ready-made formats: </a:t>
            </a:r>
            <a:r>
              <a:rPr sz="1100" b="0">
                <a:solidFill>
                  <a:srgbClr val="1E2530"/>
                </a:solidFill>
                <a:latin typeface="Calibri"/>
              </a:rPr>
              <a:t>Syslog, JSON, Apache/Nginx, Java, Kubernetes, PostgreSQL and firewall formats (CEF/LEEF) work at once, without AI.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Group &amp; check: </a:t>
            </a:r>
            <a:r>
              <a:rPr sz="1100" b="0">
                <a:solidFill>
                  <a:srgbClr val="1E2530"/>
                </a:solidFill>
                <a:latin typeface="Calibri"/>
              </a:rPr>
              <a:t>similar lines become patterns; a light ML model tells whether a pattern is known or brand new.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100" b="0">
                <a:solidFill>
                  <a:srgbClr val="1E2530"/>
                </a:solidFill>
                <a:latin typeface="Calibri"/>
              </a:rPr>
              <a:t>for a new pattern, AI writes a parsing rule one time; the rule is saved and reused.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Clean output: </a:t>
            </a:r>
            <a:r>
              <a:rPr sz="1100" b="0">
                <a:solidFill>
                  <a:srgbClr val="1E2530"/>
                </a:solidFill>
                <a:latin typeface="Calibri"/>
              </a:rPr>
              <a:t>plain JSON with time (UTC), source, event, severity and message; multi-line errors stay one event; the original line is always kept.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Security tags: </a:t>
            </a:r>
            <a:r>
              <a:rPr sz="1100" b="0">
                <a:solidFill>
                  <a:srgbClr val="1E2530"/>
                </a:solidFill>
                <a:latin typeface="Calibri"/>
              </a:rPr>
              <a:t>failed logins, connection errors and database queries are tagged; IPs, users and ports are pulled out.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Safety net: </a:t>
            </a:r>
            <a:r>
              <a:rPr sz="1100" b="0">
                <a:solidFill>
                  <a:srgbClr val="1E2530"/>
                </a:solidFill>
                <a:latin typeface="Calibri"/>
              </a:rPr>
              <a:t>unusual formats wait in a review queue and are learned in one go once they repeat; a backup AI and built-in rules take over if AI is down.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55080" y="2688336"/>
            <a:ext cx="5394960" cy="2743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Too many formats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common formats work at once and new ones are learned automatically, so any source can be connected.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Parsers keep breaking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no hand-written parser code to write, fix or maintain.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AI is slow &amp; costly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AI runs once per format, not per log; everyday logs use fast saved rules.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Hard to investigate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all logs share one clean, time-aligned, security-tagged format, so analysts search one place.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Compliance &amp; audits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the original line is kept with every clean record, helping CERT-In's 180-day log rule and forensics.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Tool lock-in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plain JSON output can feed existing search &amp; monitoring tools (ready connectors planned).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Data privacy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can run on-premise with built-in rules; self-hosted AI (planned) keeps sensitive logs inside the organisation.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5486400"/>
            <a:ext cx="5486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B2A5B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2336" y="5751576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365760" y="5833872"/>
            <a:ext cx="2807208" cy="530352"/>
          </a:xfrm>
          <a:prstGeom prst="roundRect">
            <a:avLst>
              <a:gd name="adj" fmla="val 12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5760" y="5897880"/>
            <a:ext cx="64008" cy="402336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0352" y="5833872"/>
            <a:ext cx="2578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F5FBF"/>
                </a:solidFill>
                <a:latin typeface="Calibri"/>
              </a:rPr>
              <a:t>Learns by itself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no hand-written rules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64408" y="5833872"/>
            <a:ext cx="2807208" cy="530352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64408" y="5897880"/>
            <a:ext cx="64008" cy="40233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29000" y="5833872"/>
            <a:ext cx="2578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58220"/>
                </a:solidFill>
                <a:latin typeface="Calibri"/>
              </a:rPr>
              <a:t>AI only when needed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keeps cost 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63056" y="5833872"/>
            <a:ext cx="2807208" cy="530352"/>
          </a:xfrm>
          <a:prstGeom prst="roundRect">
            <a:avLst>
              <a:gd name="adj" fmla="val 12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63056" y="5897880"/>
            <a:ext cx="64008" cy="402336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27648" y="5833872"/>
            <a:ext cx="2578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6A3FB5"/>
                </a:solidFill>
                <a:latin typeface="Calibri"/>
              </a:rPr>
              <a:t>Flags unknown formats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sent for human review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061704" y="5833872"/>
            <a:ext cx="2807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061704" y="5897880"/>
            <a:ext cx="64008" cy="40233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26296" y="5833872"/>
            <a:ext cx="2578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Security-aware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tags failed logins, IPs &amp; users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143000"/>
            <a:ext cx="3383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METHODOLOGY: HOW A LOG 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Most logs take the fast green path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AI is used only for new patterns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Logs come in (web API / Bash script)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Seen this line shape before?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yes: use its saved rule instantly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Group similar lines (Drain3)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turns lines into patterns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Does this pattern already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have a saved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ML check (scikit-learn)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or brand-new format?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AI learns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the format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pattern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Hold for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review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learned once it repeats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Save the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reused for next 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Apply saved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no AI needed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Clean, common output (JSON)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new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brand-new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Quality reports: </a:t>
            </a:r>
            <a:r>
              <a:rPr sz="850" b="0">
                <a:solidFill>
                  <a:srgbClr val="5F6B7A"/>
                </a:solidFill>
                <a:latin typeface="Calibri"/>
              </a:rPr>
              <a:t>checks output quality offline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syslog, journalctl, Docker, Kubernetes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B2A5B"/>
                </a:solidFill>
                <a:latin typeface="Calibri"/>
              </a:rPr>
              <a:t>Example: messy logs in → clean logs out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2336" y="4389120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65760" y="448056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0" y="4498848"/>
            <a:ext cx="47548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8E44AD"/>
                </a:solidFill>
                <a:latin typeface="Consolas"/>
              </a:rPr>
              <a:t>&lt;34&gt;Oct 11 22:14:15 srv1 sshd: Failed password for root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35C00"/>
                </a:solidFill>
                <a:latin typeface="Consolas"/>
              </a:rPr>
              <a:t>{"t":"22:14:16Z","lvl":"ERROR","msg":"DB connection timeout"}</a:t>
            </a:r>
          </a:p>
          <a:p>
            <a:pPr algn="l"/>
            <a:r>
              <a:rPr sz="900" b="0">
                <a:solidFill>
                  <a:srgbClr val="1F5FBF"/>
                </a:solidFill>
                <a:latin typeface="Consolas"/>
              </a:rPr>
              <a:t>10.0.0.5 - [11/Oct/2026:22:14:17] "GET /login" 500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5175504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▼  one common format</a:t>
            </a:r>
          </a:p>
        </p:txBody>
      </p:sp>
      <p:sp>
        <p:nvSpPr>
          <p:cNvPr id="136" name="TextBox 94"/>
          <p:cNvSpPr txBox="1"/>
          <p:nvPr/>
        </p:nvSpPr>
        <p:spPr>
          <a:xfrm>
            <a:off x="365760" y="6153912"/>
            <a:ext cx="49377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 i="1">
                <a:solidFill>
                  <a:srgbClr val="555F6D"/>
                </a:solidFill>
                <a:latin typeface="Calibri"/>
              </a:rPr>
              <a:t>Every record also keeps the original line and extra fields (IPs, users, ports) for audits.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Time (UTC)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99"/>
          <p:cNvSpPr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129" name="TextBox 100"/>
          <p:cNvSpPr txBox="1"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Event tag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Message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sshd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07"/>
          <p:cNvSpPr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B35C00"/>
                </a:solidFill>
                <a:latin typeface="Calibri"/>
              </a:rPr>
              <a:t>WARNING</a:t>
            </a:r>
          </a:p>
        </p:txBody>
      </p:sp>
      <p:sp>
        <p:nvSpPr>
          <p:cNvPr id="131" name="TextBox 108"/>
          <p:cNvSpPr txBox="1"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auth_failure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Failed login (root)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app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15"/>
          <p:cNvSpPr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3" name="TextBox 116"/>
          <p:cNvSpPr txBox="1"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connection_error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DB connection timeout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web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23"/>
          <p:cNvSpPr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5" name="TextBox 124"/>
          <p:cNvSpPr txBox="1"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http_request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GET /login → 500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38912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645920"/>
            <a:ext cx="340156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via a web API or Bash collector; a web dashboard shows learned rules and the review queue.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38912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645920"/>
            <a:ext cx="344728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Can stay in India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 plain Python app that can run on Indian cloud or on-premise; offline with built-in rules (self-hosted AI planned).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38912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572768"/>
            <a:ext cx="164592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572768"/>
            <a:ext cx="16916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1051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1051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1051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1051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1051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Switches to a backup AI, then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400300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400300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400300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400300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400300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AI runs once per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2990088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2990088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2990088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2990088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2990088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Held in a review queue, never dropped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3579876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3579876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3579876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3579876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3579876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4169664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91"/>
          <p:cNvSpPr/>
          <p:nvPr/>
        </p:nvSpPr>
        <p:spPr>
          <a:xfrm>
            <a:off x="4315968" y="475945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4169664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Personal data inside logs</a:t>
            </a:r>
          </a:p>
        </p:txBody>
      </p:sp>
      <p:sp>
        <p:nvSpPr>
          <p:cNvPr id="110" name="TextBox 92"/>
          <p:cNvSpPr txBox="1"/>
          <p:nvPr/>
        </p:nvSpPr>
        <p:spPr>
          <a:xfrm>
            <a:off x="4343400" y="475945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Junk or flood of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4169664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111" name="TextBox 93"/>
          <p:cNvSpPr txBox="1"/>
          <p:nvPr/>
        </p:nvSpPr>
        <p:spPr>
          <a:xfrm>
            <a:off x="5925312" y="475945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4169664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94"/>
          <p:cNvSpPr/>
          <p:nvPr/>
        </p:nvSpPr>
        <p:spPr>
          <a:xfrm>
            <a:off x="6217920" y="475945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4169664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On-premise with built-in rules; masking &amp; self-hosted AI planned</a:t>
            </a:r>
          </a:p>
        </p:txBody>
      </p:sp>
      <p:sp>
        <p:nvSpPr>
          <p:cNvPr id="113" name="TextBox 95"/>
          <p:cNvSpPr txBox="1"/>
          <p:nvPr/>
        </p:nvSpPr>
        <p:spPr>
          <a:xfrm>
            <a:off x="6245352" y="475945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Optional access key and size limits on every batch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5522976"/>
            <a:ext cx="11503152" cy="768096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5522976"/>
            <a:ext cx="1143000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B2A5B"/>
                </a:solidFill>
                <a:latin typeface="Calibri"/>
              </a:rPr>
              <a:t>ROADMAP</a:t>
            </a:r>
          </a:p>
        </p:txBody>
      </p:sp>
      <p:sp>
        <p:nvSpPr>
          <p:cNvPr id="99" name="Pentagon 98"/>
          <p:cNvSpPr/>
          <p:nvPr/>
        </p:nvSpPr>
        <p:spPr>
          <a:xfrm>
            <a:off x="1481328" y="5614416"/>
            <a:ext cx="1783080" cy="585216"/>
          </a:xfrm>
          <a:prstGeom prst="homePlate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9105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1  Core pipeline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collect · group · learn</a:t>
            </a:r>
          </a:p>
        </p:txBody>
      </p:sp>
      <p:sp>
        <p:nvSpPr>
          <p:cNvPr id="101" name="Chevron 100"/>
          <p:cNvSpPr/>
          <p:nvPr/>
        </p:nvSpPr>
        <p:spPr>
          <a:xfrm>
            <a:off x="3200400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56432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2  Privacy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masking + self-hosted AI</a:t>
            </a:r>
          </a:p>
        </p:txBody>
      </p:sp>
      <p:sp>
        <p:nvSpPr>
          <p:cNvPr id="103" name="Chevron 102"/>
          <p:cNvSpPr/>
          <p:nvPr/>
        </p:nvSpPr>
        <p:spPr>
          <a:xfrm>
            <a:off x="4919472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75504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3  On-premise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one-command Docker</a:t>
            </a:r>
          </a:p>
        </p:txBody>
      </p:sp>
      <p:sp>
        <p:nvSpPr>
          <p:cNvPr id="105" name="Chevron 104"/>
          <p:cNvSpPr/>
          <p:nvPr/>
        </p:nvSpPr>
        <p:spPr>
          <a:xfrm>
            <a:off x="6638544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2C7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9457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4  Connectors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Splunk · ELK · Wazuh</a:t>
            </a:r>
          </a:p>
        </p:txBody>
      </p:sp>
      <p:sp>
        <p:nvSpPr>
          <p:cNvPr id="107" name="Chevron 106"/>
          <p:cNvSpPr/>
          <p:nvPr/>
        </p:nvSpPr>
        <p:spPr>
          <a:xfrm>
            <a:off x="8357616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Chevron 106"/>
          <p:cNvSpPr/>
          <p:nvPr/>
        </p:nvSpPr>
        <p:spPr>
          <a:xfrm>
            <a:off x="10076688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613648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5  PSU pilot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feedback &amp; tuning</a:t>
            </a:r>
          </a:p>
        </p:txBody>
      </p:sp>
      <p:sp>
        <p:nvSpPr>
          <p:cNvPr id="115" name="TextBox 107"/>
          <p:cNvSpPr txBox="1"/>
          <p:nvPr/>
        </p:nvSpPr>
        <p:spPr>
          <a:xfrm>
            <a:off x="10332720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6  Scale up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sector SOCs → NCIIPC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 on NTRO &amp; NCIIPC</a:t>
            </a:r>
            <a:r>
              <a:rPr sz="1200" b="0">
                <a:solidFill>
                  <a:srgbClr val="5F6B7A"/>
                </a:solidFill>
                <a:latin typeface="Calibri"/>
              </a:rPr>
              <a:t>   our target 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72768"/>
            <a:ext cx="64008" cy="45720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54480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F5FBF"/>
                </a:solidFill>
                <a:latin typeface="Calibri"/>
              </a:rPr>
              <a:t>One view of all sectors: </a:t>
            </a:r>
            <a:r>
              <a:rPr sz="1150" b="0">
                <a:solidFill>
                  <a:srgbClr val="1E2530"/>
                </a:solidFill>
                <a:latin typeface="Calibri"/>
              </a:rPr>
              <a:t>logs from power, banking, telecom &amp; govt security centres arrive in one common format, so NCIIPC sees the full picture.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139696"/>
            <a:ext cx="64008" cy="45720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2121408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38A36"/>
                </a:solidFill>
                <a:latin typeface="Calibri"/>
              </a:rPr>
              <a:t>Faster threat detection: </a:t>
            </a:r>
            <a:r>
              <a:rPr sz="1150" b="0">
                <a:solidFill>
                  <a:srgbClr val="1E2530"/>
                </a:solidFill>
                <a:latin typeface="Calibri"/>
              </a:rPr>
              <a:t>analysts search one clean format; failed logins, IPs and users are tagged automatically, and events line up by time.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706624"/>
            <a:ext cx="64008" cy="45720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688336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F58220"/>
                </a:solidFill>
                <a:latin typeface="Calibri"/>
              </a:rPr>
              <a:t>Unusual logs flagged: </a:t>
            </a:r>
            <a:r>
              <a:rPr sz="1150" b="0">
                <a:solidFill>
                  <a:srgbClr val="1E2530"/>
                </a:solidFill>
                <a:latin typeface="Calibri"/>
              </a:rPr>
              <a:t>a never-seen log format is flagged automatically; it may be a new device, a misconfiguration or tampering.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273552"/>
            <a:ext cx="64008" cy="4572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255264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6A3FB5"/>
                </a:solidFill>
                <a:latin typeface="Calibri"/>
              </a:rPr>
              <a:t>Sovereign &amp; offline: </a:t>
            </a:r>
            <a:r>
              <a:rPr sz="1150" b="0">
                <a:solidFill>
                  <a:srgbClr val="1E2530"/>
                </a:solidFill>
                <a:latin typeface="Calibri"/>
              </a:rPr>
              <a:t>can run on-premise with built-in rules, so sensitive logs stay in India (self-hosted AI planned).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609344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F5FBF"/>
                </a:solidFill>
                <a:latin typeface="Calibri"/>
              </a:rPr>
              <a:t>Social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54480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Safer power, banking and telecom services for citizens, thanks to faster attack detection.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176272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B35C00"/>
                </a:solidFill>
                <a:latin typeface="Calibri"/>
              </a:rPr>
              <a:t>Economic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2121408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No costly paid tools or hand-written parsers; the AI bill stays tiny even as logs grow.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743200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38A36"/>
                </a:solidFill>
                <a:latin typeface="Calibri"/>
              </a:rPr>
              <a:t>Environmental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688336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AI is used only for new formats, so far less computing power and energy is used.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3310128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6A3FB5"/>
                </a:solidFill>
                <a:latin typeface="Calibri"/>
              </a:rPr>
              <a:t>Strategic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3255264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Self-reliant and open-source; helps every organisation meet CERT-In's 180-day log rule.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~0.5%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138A36"/>
                </a:solidFill>
                <a:latin typeface="Calibri"/>
              </a:rPr>
              <a:t>Almost all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logs need no AI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CEF / LEEF · ISO 8601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