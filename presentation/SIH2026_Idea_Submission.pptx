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A5B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118872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572768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956816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40864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724912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566160"/>
            <a:ext cx="2926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A5B"/>
                </a:solidFill>
                <a:latin typeface="Times New Roman"/>
              </a:rPr>
              <a:t>SIH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36576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336499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Built on free, trusted open-source tools.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Low cost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AI is used only for new log formats, so bills stay small.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Connect any log source; no parser writing needed.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Uses public log datasets; no private data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97280"/>
            <a:ext cx="370332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691640"/>
            <a:ext cx="341071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CERT-In asks every organisation to keep 180 days of logs.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Can run on Indian / on-premise servers.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Free open-source core + paid support for govt &amp; companies.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More logs do not mean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97280"/>
            <a:ext cx="377647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19072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719072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6168" y="1719072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19072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719072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Switches to a 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14015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2" y="2414015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414015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414015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414015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AI runs once per log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108960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3108960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3108960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108960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108960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03904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0832" y="3803904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3803904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03904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3803904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Model retrained with one command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81728"/>
            <a:ext cx="11503152" cy="167335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2A5B"/>
                </a:solidFill>
                <a:latin typeface="Calibri"/>
              </a:rPr>
              <a:t>TESTED ON REAL-WORLD LOGS  (public Loghub datasets)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 formats identified correctly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64992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new, unseen formats caught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81344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1344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38A36"/>
                </a:solidFill>
                <a:latin typeface="Calibri"/>
              </a:rPr>
              <a:t>99.5%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logs processed without calling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696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A3FB5"/>
                </a:solidFill>
                <a:latin typeface="Calibri"/>
              </a:rPr>
              <a:t>0.28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to process one log 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Potential Impact on NTRO &amp; NCIIPC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2588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42415"/>
            <a:ext cx="58338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B6778"/>
                </a:solidFill>
                <a:latin typeface="Calibri"/>
              </a:rPr>
              <a:t>NCIIPC (a unit of NTRO) protects India's Critical Information Infrastructure: power, banking, telecom, transport &amp; government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One view of all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and government security centres arrive in different formats and are turned into one common format.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4408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64408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Faster threat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hundreds. Attack traces across sectors line up by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Unusual formats flagged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4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automatically, which may signal a new device, misconfiguration or tampering.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704" y="1481328"/>
            <a:ext cx="2788920" cy="16276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61704" y="1481328"/>
            <a:ext cx="2788920" cy="420624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481328"/>
            <a:ext cx="27889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Sovereign &amp; air-gap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1956816"/>
            <a:ext cx="2569464" cy="11155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using built-in rules. Logs never leave India. (Self-hosted AI: planned)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273552"/>
            <a:ext cx="60350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Benefits for Government &amp; PSUs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3575304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65760" y="368503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822192"/>
            <a:ext cx="64008" cy="94183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7764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5FBF"/>
                </a:solidFill>
                <a:latin typeface="Calibri"/>
              </a:rPr>
              <a:t>Compliance made easy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4223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Helps meet the CERT-In rule to keep 180 days of logs.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79" y="368503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79" y="3822192"/>
            <a:ext cx="64008" cy="94183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7764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58220"/>
                </a:solidFill>
                <a:latin typeface="Calibri"/>
              </a:rPr>
              <a:t>Lower cost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14223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No costly paid tools and no manual parser writing.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501091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5148072"/>
            <a:ext cx="64008" cy="941832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10235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38A36"/>
                </a:solidFill>
                <a:latin typeface="Calibri"/>
              </a:rPr>
              <a:t>Easy sharing with NCIIPC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6811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Every log is shared in one standard format.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79" y="5010912"/>
            <a:ext cx="2907792" cy="1216152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79" y="5148072"/>
            <a:ext cx="64008" cy="941832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60" y="510235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8C8C"/>
                </a:solidFill>
                <a:latin typeface="Calibri"/>
              </a:rPr>
              <a:t>Self-reliant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5468112"/>
            <a:ext cx="26517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>Indian, open-source and vendor-neutral (Atmanirbhar Bharat).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273552"/>
            <a:ext cx="523951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Comparison with Existing Approaches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65976" y="3575304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6629400" y="3685032"/>
          <a:ext cx="5239512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64792"/>
                <a:gridCol w="694944"/>
                <a:gridCol w="694944"/>
                <a:gridCol w="694944"/>
                <a:gridCol w="694944"/>
                <a:gridCol w="69494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Manual regex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Log shippers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Paid SIEM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AI per line</a:t>
                      </a:r>
                    </a:p>
                  </a:txBody>
                  <a:tcPr marL="45720" marR="45720" marT="9144" marB="9144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45720" marR="45720" marT="9144" marB="9144" anchor="ctr">
                    <a:solidFill>
                      <a:srgbClr val="138A3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Handles new formats automatically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Fast (under 1 ms per line)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Flags unknown formats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Low running cost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Runs on-premise in India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58220"/>
                          </a:solidFill>
                          <a:latin typeface="Calibri"/>
                        </a:rPr>
                        <a:t>◐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6629400" y="6309360"/>
            <a:ext cx="5239512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✔ yes   ◐ partly   ✖ 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08760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Drain: online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(He et al., IEEE ICWS 2017): the grouping method we use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Benchmarks for automated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ICSE-SEIP 2019): how we measure accuracy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Loghub: real-world log datasets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IEEE ISSRE 2023): our test data · </a:t>
            </a:r>
            <a:r>
              <a:rPr sz="1200" b="0">
                <a:solidFill>
                  <a:srgbClr val="1F5FBF"/>
                </a:solidFill>
                <a:latin typeface="Calibri"/>
                <a:hlinkClick r:id="rId2"/>
              </a:rPr>
              <a:t>github.com/logpai/loghub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Scikit-learn </a:t>
            </a:r>
            <a:r>
              <a:rPr sz="1200" b="0">
                <a:solidFill>
                  <a:srgbClr val="1E2530"/>
                </a:solidFill>
                <a:latin typeface="Calibri"/>
              </a:rPr>
              <a:t>(Pedregosa et al., JMLR 2011): our machine-learning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1071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NCIIPC, a unit of NTRO </a:t>
            </a:r>
            <a:r>
              <a:rPr sz="1200" b="0">
                <a:solidFill>
                  <a:srgbClr val="1E2530"/>
                </a:solidFill>
                <a:latin typeface="Calibri"/>
              </a:rPr>
              <a:t>(IT Act 2000, Section 70A): protects Critical Information Infrastructure · </a:t>
            </a:r>
            <a:r>
              <a:rPr sz="1200" b="0">
                <a:solidFill>
                  <a:srgbClr val="1F5FBF"/>
                </a:solidFill>
                <a:latin typeface="Calibri"/>
                <a:hlinkClick r:id="rId9"/>
              </a:rPr>
              <a:t>nciipc.gov.in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 guidelines </a:t>
            </a:r>
            <a:r>
              <a:rPr sz="1200" b="0">
                <a:solidFill>
                  <a:srgbClr val="1E2530"/>
                </a:solidFill>
                <a:latin typeface="Calibri"/>
              </a:rPr>
              <a:t>for protecting Critical Information Infrastructure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CERT-In Directions, 28 Apr 2022: </a:t>
            </a:r>
            <a:r>
              <a:rPr sz="1200" b="0">
                <a:solidFill>
                  <a:srgbClr val="1E2530"/>
                </a:solidFill>
                <a:latin typeface="Calibri"/>
              </a:rPr>
              <a:t>keep 180 days of logs · </a:t>
            </a:r>
            <a:r>
              <a:rPr sz="1200" b="0">
                <a:solidFill>
                  <a:srgbClr val="1F5FBF"/>
                </a:solidFill>
                <a:latin typeface="Calibri"/>
                <a:hlinkClick r:id="rId3"/>
              </a:rPr>
              <a:t>cert-in.org.in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Digital Personal Data Protection Act, 2023 </a:t>
            </a:r>
            <a:r>
              <a:rPr sz="1200" b="0">
                <a:solidFill>
                  <a:srgbClr val="1E2530"/>
                </a:solidFill>
                <a:latin typeface="Calibri"/>
              </a:rPr>
              <a:t>(Govt. of India)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12664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 standards: </a:t>
            </a:r>
            <a:r>
              <a:rPr sz="1200" b="0">
                <a:solidFill>
                  <a:srgbClr val="1E2530"/>
                </a:solidFill>
                <a:latin typeface="Calibri"/>
              </a:rPr>
              <a:t>Syslog (RFC 5424 / 3164), CEF, ISO 8601 timestamps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Drain3 library: </a:t>
            </a: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  <a:hlinkClick r:id="rId4"/>
              </a:rPr>
              <a:t>github.com/logpai/Drain3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Existing tools studied: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Logstash, Fluentd and paid SIEMs; all need manual setup per log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105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2952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5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