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920240"/>
            <a:ext cx="11503152" cy="34930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920240"/>
            <a:ext cx="11503152" cy="384048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1920240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OUR SOLUTION</a:t>
            </a:r>
            <a:r>
              <a:rPr sz="1200" b="0">
                <a:solidFill>
                  <a:srgbClr val="FFFFFF"/>
                </a:solidFill>
                <a:latin typeface="Calibri"/>
              </a:rPr>
              <a:t>   a smart, self-learning log pre-processing pipeline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5FBF"/>
                </a:solidFill>
                <a:latin typeface="Calibri"/>
              </a:rPr>
              <a:t>How it works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38A3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4768" y="2423160"/>
            <a:ext cx="18288" cy="2880360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2688336"/>
            <a:ext cx="548640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100" b="0">
                <a:solidFill>
                  <a:srgbClr val="1E2530"/>
                </a:solidFill>
                <a:latin typeface="Calibri"/>
              </a:rPr>
              <a:t>servers, apps, firewalls and cloud send logs through a web API or a Bash collector (syslog, journalctl, Docker, Kubernetes).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Ready-made formats: </a:t>
            </a:r>
            <a:r>
              <a:rPr sz="1100" b="0">
                <a:solidFill>
                  <a:srgbClr val="1E2530"/>
                </a:solidFill>
                <a:latin typeface="Calibri"/>
              </a:rPr>
              <a:t>Syslog, JSON, Apache/Nginx, Java, Kubernetes, PostgreSQL and firewall formats (CEF/LEEF) work at once, without AI.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Group &amp; check: </a:t>
            </a:r>
            <a:r>
              <a:rPr sz="1100" b="0">
                <a:solidFill>
                  <a:srgbClr val="1E2530"/>
                </a:solidFill>
                <a:latin typeface="Calibri"/>
              </a:rPr>
              <a:t>similar lines become patterns; a light ML model tells whether a pattern is known or brand new.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100" b="0">
                <a:solidFill>
                  <a:srgbClr val="1E2530"/>
                </a:solidFill>
                <a:latin typeface="Calibri"/>
              </a:rPr>
              <a:t>for a new pattern, AI writes a parsing rule one time; the rule is saved and reused.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Clean output: </a:t>
            </a:r>
            <a:r>
              <a:rPr sz="1100" b="0">
                <a:solidFill>
                  <a:srgbClr val="1E2530"/>
                </a:solidFill>
                <a:latin typeface="Calibri"/>
              </a:rPr>
              <a:t>plain JSON with time (UTC), source, event, severity and message; multi-line errors stay one event; the original line is always kept.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Security tags: </a:t>
            </a:r>
            <a:r>
              <a:rPr sz="1100" b="0">
                <a:solidFill>
                  <a:srgbClr val="1E2530"/>
                </a:solidFill>
                <a:latin typeface="Calibri"/>
              </a:rPr>
              <a:t>failed logins, connection errors and database queries are tagged; IPs, users and ports are pulled out.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5FBF"/>
                </a:solidFill>
                <a:latin typeface="Calibri"/>
              </a:rPr>
              <a:t>•  </a:t>
            </a:r>
            <a:r>
              <a:rPr sz="1100" b="1">
                <a:solidFill>
                  <a:srgbClr val="0B2A5B"/>
                </a:solidFill>
                <a:latin typeface="Calibri"/>
              </a:rPr>
              <a:t>Safety net: </a:t>
            </a:r>
            <a:r>
              <a:rPr sz="1100" b="0">
                <a:solidFill>
                  <a:srgbClr val="1E2530"/>
                </a:solidFill>
                <a:latin typeface="Calibri"/>
              </a:rPr>
              <a:t>unusual formats wait in a review queue and are learned in one go once they repeat; a backup AI and built-in rules take over if AI is down.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5080" y="2688336"/>
            <a:ext cx="539496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Too many formats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common formats work at once and new ones are learned automatically, so any source can be connected.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Parsers keep breaking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no hand-written parser code to write, fix or maintain.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AI is slow &amp; costly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AI runs once per format, not per log; everyday logs use fast saved rules.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Hard to investigate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all logs share one clean, time-aligned, security-tagged format, so analysts search one place.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Compliance &amp; audits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the original line is kept with every clean record, helping CERT-In's 180-day log rule and forensics.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Tool lock-in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plain JSON output can feed existing search &amp; monitoring tools (ready connectors planned).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38A36"/>
                </a:solidFill>
                <a:latin typeface="Calibri"/>
              </a:rPr>
              <a:t>•  </a:t>
            </a:r>
            <a:r>
              <a:rPr sz="1100" b="1">
                <a:solidFill>
                  <a:srgbClr val="C0392B"/>
                </a:solidFill>
                <a:latin typeface="Calibri"/>
              </a:rPr>
              <a:t>Data privacy → </a:t>
            </a:r>
            <a:r>
              <a:rPr sz="1100" b="0">
                <a:solidFill>
                  <a:srgbClr val="1E2530"/>
                </a:solidFill>
                <a:latin typeface="Calibri"/>
              </a:rPr>
              <a:t>can run on-premise with built-in rules; self-hosted AI (planned) keeps sensitive logs inside the organisation.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486400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2336" y="5751576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65760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5897880"/>
            <a:ext cx="64008" cy="40233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64408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64408" y="5897880"/>
            <a:ext cx="64008" cy="40233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29000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63056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63056" y="5897880"/>
            <a:ext cx="64008" cy="40233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27648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061704" y="5833872"/>
            <a:ext cx="2807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61704" y="5897880"/>
            <a:ext cx="64008" cy="40233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26296" y="5833872"/>
            <a:ext cx="2578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1430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METHODOLOGY: HOW A LOG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Most logs take the fast green path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AI is used only for new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Logs come in (web API / Bash script)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Seen this line shape before?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yes: use its saved rule instantly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Group similar lines (Drain3)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turns lines into patterns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Does this pattern already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have a saved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ML check (scikit-learn)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or brand-new format?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AI learns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format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pattern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 for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learned once it repeats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reused for next 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Apply saved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no AI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Clean, common output (JSON)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brand-new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