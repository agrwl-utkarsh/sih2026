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53949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C0392B"/>
                </a:solidFill>
                <a:latin typeface="Calibri"/>
              </a:rPr>
              <a:t>Understanding the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1051560"/>
            <a:ext cx="58521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7161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4069080"/>
            <a:ext cx="82296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Innovation &amp; Uniqueness (USPs)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02336" y="437083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4480560"/>
            <a:ext cx="2011680" cy="10972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LLM flexibility,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F5FBF"/>
                </a:solidFill>
                <a:latin typeface="Calibri"/>
              </a:rPr>
              <a:t>regex 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99.5% of lines never touch the AI engine; 0.28 ms/line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96312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96312" y="4480560"/>
            <a:ext cx="2011680" cy="10972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587752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98% fewer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F58220"/>
                </a:solidFill>
                <a:latin typeface="Calibri"/>
              </a:rPr>
              <a:t>LLM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on a flood of new formats, thanks to quarantine + graduation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26864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26864" y="4480560"/>
            <a:ext cx="2011680" cy="10972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18304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Catches never-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138A36"/>
                </a:solidFill>
                <a:latin typeface="Calibri"/>
              </a:rPr>
              <a:t>seen formats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36592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95.2% recall on real systems it was never trained 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57416" y="4480560"/>
            <a:ext cx="2011680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57416" y="4480560"/>
            <a:ext cx="2011680" cy="10972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48856" y="4645152"/>
            <a:ext cx="18288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Zero-risk</a:t>
            </a:r>
          </a:p>
          <a:p>
            <a:pPr algn="ctr">
              <a:lnSpc>
                <a:spcPct val="90000"/>
              </a:lnSpc>
              <a:spcAft>
                <a:spcPts val="0"/>
              </a:spcAft>
            </a:pPr>
            <a:r>
              <a:rPr sz="1400" b="1" i="0">
                <a:solidFill>
                  <a:srgbClr val="6A3FB5"/>
                </a:solidFill>
                <a:latin typeface="Calibri"/>
              </a:rPr>
              <a:t>rollout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67144" y="5349240"/>
            <a:ext cx="1792224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E2530"/>
                </a:solidFill>
                <a:latin typeface="Calibri"/>
              </a:rPr>
              <a:t>shadow mode first; works with no API key (heuristic fallback)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20" y="4114800"/>
            <a:ext cx="2907792" cy="2148840"/>
          </a:xfrm>
          <a:prstGeom prst="roundRect">
            <a:avLst>
              <a:gd name="adj" fmla="val 6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4315968"/>
            <a:ext cx="1188720" cy="11887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0405872" y="4315968"/>
            <a:ext cx="1417320" cy="11887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SCAN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VIEW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5577840"/>
            <a:ext cx="2697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hlinkClick r:id="rId3"/>
              </a:rPr>
              <a:t>sih2026-w6sr.vercel.app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98280" y="5852160"/>
            <a:ext cx="2697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C9D6EA"/>
                </a:solidFill>
                <a:latin typeface="Calibri"/>
              </a:rPr>
              <a:t>Try it with your own log lines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1444752"/>
            <a:ext cx="53949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Too many formats: </a:t>
            </a:r>
            <a:r>
              <a:rPr sz="1250" b="0">
                <a:solidFill>
                  <a:srgbClr val="1E2530"/>
                </a:solidFill>
                <a:latin typeface="Calibri"/>
              </a:rPr>
              <a:t>Syslog, JSON, CEF, K8s, Java, free text, all in one stream.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Manual parsers break: </a:t>
            </a:r>
            <a:r>
              <a:rPr sz="1250" b="0">
                <a:solidFill>
                  <a:srgbClr val="1E2530"/>
                </a:solidFill>
                <a:latin typeface="Calibri"/>
              </a:rPr>
              <a:t>every new source needs a hand-written regex.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AI on every line is too costly: </a:t>
            </a:r>
            <a:r>
              <a:rPr sz="1250" b="0">
                <a:solidFill>
                  <a:srgbClr val="1E2530"/>
                </a:solidFill>
                <a:latin typeface="Calibri"/>
              </a:rPr>
              <a:t>slow and expensive at millions of lines/day.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C0392B"/>
                </a:solidFill>
                <a:latin typeface="Calibri"/>
              </a:rPr>
              <a:t>✖ </a:t>
            </a:r>
            <a:r>
              <a:rPr sz="1250" b="1">
                <a:solidFill>
                  <a:srgbClr val="0B2A5B"/>
                </a:solidFill>
                <a:latin typeface="Calibri"/>
              </a:rPr>
              <a:t>Compliance: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CERT-In requires 180-day, searchable logs of all ICT systems.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35040" y="1444752"/>
            <a:ext cx="585216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Tiered pipeline: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cheapest tier answers first; the LLM is the last resort.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250" b="0">
                <a:solidFill>
                  <a:srgbClr val="1E2530"/>
                </a:solidFill>
                <a:latin typeface="Calibri"/>
              </a:rPr>
              <a:t>the LLM writes one rule per template; reused with zero AI calls.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ML novelty gate: </a:t>
            </a:r>
            <a:r>
              <a:rPr sz="1250" b="0">
                <a:solidFill>
                  <a:srgbClr val="1E2530"/>
                </a:solidFill>
                <a:latin typeface="Calibri"/>
              </a:rPr>
              <a:t>spots never-seen formats and quarantines floods.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One schema: </a:t>
            </a:r>
            <a:r>
              <a:rPr sz="1250" b="0">
                <a:solidFill>
                  <a:srgbClr val="1E2530"/>
                </a:solidFill>
                <a:latin typeface="Calibri"/>
              </a:rPr>
              <a:t>timestamp · source · event_type · severity · message · extra.</a:t>
            </a:r>
          </a:p>
          <a:p>
            <a:pPr algn="l">
              <a:spcAft>
                <a:spcPts val="300"/>
              </a:spcAft>
            </a:pPr>
            <a:r>
              <a:rPr sz="1150" b="0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Ready to use: </a:t>
            </a:r>
            <a:r>
              <a:rPr sz="1250" b="0">
                <a:solidFill>
                  <a:srgbClr val="1E2530"/>
                </a:solidFill>
                <a:latin typeface="Calibri"/>
              </a:rPr>
              <a:t>REST API, web console and a Bash log collector.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2971800"/>
            <a:ext cx="114300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0B2A5B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" y="327355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65760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8912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Too many formats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F5FBF"/>
                </a:solidFill>
                <a:latin typeface="Calibri"/>
              </a:rPr>
              <a:t>Rules auto-learned per template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64408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37560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Manual parsers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F58220"/>
                </a:solidFill>
                <a:latin typeface="Calibri"/>
              </a:rPr>
              <a:t>Zero hand-written regex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3056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6208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AI cost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138A36"/>
                </a:solidFill>
                <a:latin typeface="Calibri"/>
              </a:rPr>
              <a:t>99.5% of lines skip the LLM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061704" y="3364992"/>
            <a:ext cx="2788920" cy="548640"/>
          </a:xfrm>
          <a:prstGeom prst="roundRect">
            <a:avLst>
              <a:gd name="adj" fmla="val 15000"/>
            </a:avLst>
          </a:prstGeom>
          <a:solidFill>
            <a:srgbClr val="F2F5FA"/>
          </a:solidFill>
          <a:ln w="12700">
            <a:solidFill>
              <a:srgbClr val="6A3F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4856" y="3364992"/>
            <a:ext cx="26517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C0392B"/>
                </a:solidFill>
                <a:latin typeface="Calibri"/>
              </a:rPr>
              <a:t>Compliance</a:t>
            </a:r>
            <a:r>
              <a:rPr sz="1100" b="1">
                <a:solidFill>
                  <a:srgbClr val="5B6778"/>
                </a:solidFill>
                <a:latin typeface="Calibri"/>
              </a:rPr>
              <a:t>  →  </a:t>
            </a:r>
            <a:r>
              <a:rPr sz="1100" b="1">
                <a:solidFill>
                  <a:srgbClr val="6A3FB5"/>
                </a:solidFill>
                <a:latin typeface="Calibri"/>
              </a:rPr>
              <a:t>UTC-normalised, searchable schema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0965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~0.016 ms / line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572768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Core language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572768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REST API backend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572768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517904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73936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Groups similar log lines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331720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ML: spots new formats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295144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514600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Gemini · Groq · Claude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03704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331720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276856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32888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Accuracy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054096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273552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Collects system logs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090672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Live deployment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2962656"/>
            <a:ext cx="1591056" cy="676656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090672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03580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291840"/>
            <a:ext cx="1005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B6778"/>
                </a:solidFill>
                <a:latin typeface="Calibri"/>
              </a:rPr>
              <a:t>Stores learned rules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178808"/>
            <a:ext cx="4937760" cy="1600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① </a:t>
            </a:r>
            <a:r>
              <a:rPr sz="13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3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② </a:t>
            </a:r>
            <a:r>
              <a:rPr sz="13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3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③ </a:t>
            </a:r>
            <a:r>
              <a:rPr sz="13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3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④ </a:t>
            </a:r>
            <a:r>
              <a:rPr sz="13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3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7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⑤ </a:t>
            </a:r>
            <a:r>
              <a:rPr sz="13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3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365760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1691640"/>
            <a:ext cx="336499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Proven technology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Built on free, trusted open-source tools.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Low cost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AI is used only for new log formats, so bills stay small.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Easy to adopt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Connect any log source; no parser writing needed.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38A36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available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Uses public log datasets; no private data needed.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65592" y="1097280"/>
            <a:ext cx="3703320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0183" y="1691640"/>
            <a:ext cx="3410712" cy="2743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CERT-In asks every organisation to keep 180 days of logs.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Can run on Indian / on-premise servers.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Free open-source core + paid support for govt &amp; companies.</a:t>
            </a:r>
          </a:p>
          <a:p>
            <a:pPr algn="l">
              <a:spcAft>
                <a:spcPts val="100"/>
              </a:spcAft>
            </a:pPr>
            <a:r>
              <a:rPr sz="1250" b="1">
                <a:solidFill>
                  <a:srgbClr val="1F5FBF"/>
                </a:solidFill>
                <a:latin typeface="Calibri"/>
              </a:rPr>
              <a:t>✔ </a:t>
            </a:r>
            <a:r>
              <a:rPr sz="125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1E2530"/>
                </a:solidFill>
                <a:latin typeface="Calibri"/>
              </a:rPr>
              <a:t>More logs do not mean more AI cost.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1097280"/>
            <a:ext cx="3776472" cy="3429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1719072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70832" y="1719072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16168" y="1719072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719072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2" y="1719072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Switches to a backup AI, then built-in rules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2414015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70832" y="2414015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16168" y="2414015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2414015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5352" y="2414015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AI runs once per log format, not per 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43400" y="3108960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0832" y="3108960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16168" y="3108960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108960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45352" y="3108960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Held for review, never lost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03904"/>
            <a:ext cx="1600200" cy="603504"/>
          </a:xfrm>
          <a:prstGeom prst="roundRect">
            <a:avLst>
              <a:gd name="adj" fmla="val 15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0832" y="3803904"/>
            <a:ext cx="154533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16168" y="3803904"/>
            <a:ext cx="27432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5B6778"/>
                </a:solidFill>
                <a:latin typeface="Calibri"/>
              </a:rPr>
              <a:t>→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803904"/>
            <a:ext cx="1645920" cy="603504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45352" y="3803904"/>
            <a:ext cx="1591056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Model retrained with one command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5760" y="4681728"/>
            <a:ext cx="11503152" cy="1673352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4736592"/>
            <a:ext cx="109728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0B2A5B"/>
                </a:solidFill>
                <a:latin typeface="Calibri"/>
              </a:rPr>
              <a:t>TESTED ON REAL-WORLD LOGS  (public Loghub datasets)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F5FBF"/>
                </a:solidFill>
                <a:latin typeface="Calibri"/>
              </a:rPr>
              <a:t>100%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 formats identified correctly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364992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F58220"/>
                </a:solidFill>
                <a:latin typeface="Calibri"/>
              </a:rPr>
              <a:t>95.2%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56432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new, unseen formats caught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81344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81344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138A36"/>
                </a:solidFill>
                <a:latin typeface="Calibri"/>
              </a:rPr>
              <a:t>99.5%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3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logs processed without calling AI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997696" y="5074920"/>
            <a:ext cx="2670048" cy="1143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997696" y="5102352"/>
            <a:ext cx="2670048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6A3FB5"/>
                </a:solidFill>
                <a:latin typeface="Calibri"/>
              </a:rPr>
              <a:t>0.28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89136" y="5687568"/>
            <a:ext cx="2487168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5B6778"/>
                </a:solidFill>
                <a:latin typeface="Calibri"/>
              </a:rPr>
              <a:t>to process one log line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our AI-call rate is measured in our benchmark.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