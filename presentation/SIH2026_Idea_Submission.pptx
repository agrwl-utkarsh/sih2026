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Turn messy logs in hundreds of formats into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clean, common format</a:t>
            </a:r>
            <a:r>
              <a:rPr sz="1600" b="0">
                <a:solidFill>
                  <a:srgbClr val="FFFFFF"/>
                </a:solidFill>
                <a:latin typeface="Calibri"/>
              </a:rPr>
              <a:t>.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only once</a:t>
            </a:r>
            <a:r>
              <a:rPr sz="1600" b="0">
                <a:solidFill>
                  <a:srgbClr val="FFFFFF"/>
                </a:solidFill>
                <a:latin typeface="Calibri"/>
              </a:rPr>
              <a:t>; after that, fast saved rules do the work.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920240"/>
            <a:ext cx="11503152" cy="3154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920240"/>
            <a:ext cx="11503152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1920240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OUR SOLUTION</a:t>
            </a:r>
            <a:r>
              <a:rPr sz="1200" b="0">
                <a:solidFill>
                  <a:srgbClr val="FFFFFF"/>
                </a:solidFill>
                <a:latin typeface="Calibri"/>
              </a:rPr>
              <a:t>   a smart, self-learning log pre-processing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How it works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4768" y="2423160"/>
            <a:ext cx="18288" cy="2560320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2688336"/>
            <a:ext cx="5486400" cy="2331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any source (servers, apps, firewalls, cloud) arrive through a web API or a small Bash script.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150" b="0">
                <a:solidFill>
                  <a:srgbClr val="1E2530"/>
                </a:solidFill>
                <a:latin typeface="Calibri"/>
              </a:rPr>
              <a:t>similar lines are grouped into patterns, so millions of lines become a few thousand templates.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150" b="0">
                <a:solidFill>
                  <a:srgbClr val="1E2530"/>
                </a:solidFill>
                <a:latin typeface="Calibri"/>
              </a:rPr>
              <a:t>a light ML model decides whether a pattern is already known or brand new.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150" b="0">
                <a:solidFill>
                  <a:srgbClr val="1E2530"/>
                </a:solidFill>
                <a:latin typeface="Calibri"/>
              </a:rPr>
              <a:t>for a new pattern, AI writes a parsing rule one time; the rule is saved and reused.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Clean output: </a:t>
            </a:r>
            <a:r>
              <a:rPr sz="1150" b="0">
                <a:solidFill>
                  <a:srgbClr val="1E2530"/>
                </a:solidFill>
                <a:latin typeface="Calibri"/>
              </a:rPr>
              <a:t>every log leaves as plain JSON in one format (time, source, event, severity, message), ready for existing search &amp; monitoring tools.</a:t>
            </a:r>
          </a:p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Safety net: </a:t>
            </a:r>
            <a:r>
              <a:rPr sz="1150" b="0">
                <a:solidFill>
                  <a:srgbClr val="1E2530"/>
                </a:solidFill>
                <a:latin typeface="Calibri"/>
              </a:rPr>
              <a:t>unfamiliar formats are held for review; a backup AI and built-in rules take over if AI is down.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80" y="2688336"/>
            <a:ext cx="5394960" cy="2331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Too many formats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each new format is learned automatically, so any source can be connected.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Parsers keep breaking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no hand-written parser code to write, fix or maintain.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AI is slow &amp; costly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AI runs once per format, not per log; everyday logs use fast saved rules.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Hard to investigate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all logs share one clean, time-aligned format, so analysts search one place.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Compliance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clean, searchable logs make it easier to keep 180 days of records, as CERT-In requires.</a:t>
            </a:r>
          </a:p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Data privacy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can run fully on-premise, so sensitive logs stay inside the organisation.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19379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48640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696712"/>
            <a:ext cx="64008" cy="47548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696712"/>
            <a:ext cx="64008" cy="47548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696712"/>
            <a:ext cx="64008" cy="47548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696712"/>
            <a:ext cx="64008" cy="47548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38A36"/>
                </a:solidFill>
                <a:latin typeface="Calibri"/>
              </a:rPr>
              <a:t>Works offline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data stays in India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unusual formats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Data analysis: </a:t>
            </a:r>
            <a:r>
              <a:rPr sz="850" b="0">
                <a:solidFill>
                  <a:srgbClr val="5F6B7A"/>
                </a:solidFill>
                <a:latin typeface="Calibri"/>
              </a:rPr>
              <a:t>summarises log statistics &amp;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system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runs on any Linux server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86868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526280"/>
            <a:ext cx="475488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340096"/>
            <a:ext cx="493776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577840"/>
            <a:ext cx="105156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577840"/>
            <a:ext cx="105156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417320" y="5577840"/>
            <a:ext cx="8686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417320" y="5577840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286000" y="5577840"/>
            <a:ext cx="91440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86000" y="5577840"/>
            <a:ext cx="9144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200400" y="5577840"/>
            <a:ext cx="210312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0" y="5577840"/>
            <a:ext cx="210312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779008"/>
            <a:ext cx="105156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779008"/>
            <a:ext cx="105156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417320" y="5779008"/>
            <a:ext cx="8686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417320" y="5779008"/>
            <a:ext cx="8686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286000" y="5779008"/>
            <a:ext cx="91440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86000" y="5779008"/>
            <a:ext cx="9144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0" y="5779008"/>
            <a:ext cx="210312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200400" y="5779008"/>
            <a:ext cx="21031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961888"/>
            <a:ext cx="105156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961888"/>
            <a:ext cx="105156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17320" y="5961888"/>
            <a:ext cx="8686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17320" y="5961888"/>
            <a:ext cx="8686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86000" y="5961888"/>
            <a:ext cx="91440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286000" y="5961888"/>
            <a:ext cx="9144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200400" y="5961888"/>
            <a:ext cx="210312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200400" y="5961888"/>
            <a:ext cx="21031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Database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6144768"/>
            <a:ext cx="105156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6144768"/>
            <a:ext cx="105156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17320" y="6144768"/>
            <a:ext cx="8686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17320" y="6144768"/>
            <a:ext cx="8686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86000" y="6144768"/>
            <a:ext cx="91440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86000" y="6144768"/>
            <a:ext cx="91440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00400" y="6144768"/>
            <a:ext cx="210312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200400" y="6144768"/>
            <a:ext cx="21031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returned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28800"/>
            <a:ext cx="1627632" cy="6400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28800"/>
            <a:ext cx="157276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28800"/>
            <a:ext cx="29260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28800"/>
            <a:ext cx="1664208" cy="64008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28800"/>
            <a:ext cx="1609344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542032"/>
            <a:ext cx="1627632" cy="6400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542032"/>
            <a:ext cx="157276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542032"/>
            <a:ext cx="29260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542032"/>
            <a:ext cx="1664208" cy="64008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542032"/>
            <a:ext cx="1609344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255264"/>
            <a:ext cx="1627632" cy="6400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255264"/>
            <a:ext cx="157276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255264"/>
            <a:ext cx="29260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255264"/>
            <a:ext cx="1664208" cy="64008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255264"/>
            <a:ext cx="1609344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968496"/>
            <a:ext cx="1627632" cy="6400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968496"/>
            <a:ext cx="157276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968496"/>
            <a:ext cx="29260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968496"/>
            <a:ext cx="1664208" cy="64008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968496"/>
            <a:ext cx="1609344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681728"/>
            <a:ext cx="1627632" cy="64008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681728"/>
            <a:ext cx="157276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681728"/>
            <a:ext cx="292608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681728"/>
            <a:ext cx="1664208" cy="64008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681728"/>
            <a:ext cx="1609344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Runs on-premise; data masking &amp; self-hosted AI planned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572768" y="5614416"/>
            <a:ext cx="20116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64208" y="5614416"/>
            <a:ext cx="160020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630168" y="5614416"/>
            <a:ext cx="20116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904488" y="5614416"/>
            <a:ext cx="160020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5687568" y="5614416"/>
            <a:ext cx="20116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61888" y="5614416"/>
            <a:ext cx="160020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7744968" y="5614416"/>
            <a:ext cx="2011680" cy="585216"/>
          </a:xfrm>
          <a:prstGeom prst="chevron">
            <a:avLst>
              <a:gd name="adj" fmla="val 25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019288" y="5614416"/>
            <a:ext cx="160020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  PSU pilot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07" name="Chevron 106"/>
          <p:cNvSpPr/>
          <p:nvPr/>
        </p:nvSpPr>
        <p:spPr>
          <a:xfrm>
            <a:off x="9802368" y="5614416"/>
            <a:ext cx="20116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076688" y="5614416"/>
            <a:ext cx="160020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  Scale up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AI is used only for new formats, so far less computing power and energy is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