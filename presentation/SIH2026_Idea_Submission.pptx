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Turn messy logs in hundreds of formats into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clean, common format</a:t>
            </a:r>
            <a:r>
              <a:rPr sz="1600" b="0">
                <a:solidFill>
                  <a:srgbClr val="FFFFFF"/>
                </a:solidFill>
                <a:latin typeface="Calibri"/>
              </a:rPr>
              <a:t>.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only once</a:t>
            </a:r>
            <a:r>
              <a:rPr sz="1600" b="0">
                <a:solidFill>
                  <a:srgbClr val="FFFFFF"/>
                </a:solidFill>
                <a:latin typeface="Calibri"/>
              </a:rPr>
              <a:t>; after that, fast saved rules do the work.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1901952"/>
            <a:ext cx="114300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Our Solution: how it works</a:t>
            </a:r>
            <a:r>
              <a:rPr sz="1150" b="0">
                <a:solidFill>
                  <a:srgbClr val="5F6B7A"/>
                </a:solidFill>
                <a:latin typeface="Calibri"/>
              </a:rPr>
              <a:t>   every log goes through four simple steps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2336" y="2203704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65760" y="2340864"/>
            <a:ext cx="2615184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65760" y="2340864"/>
            <a:ext cx="2615184" cy="420624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7200" y="2395728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2395728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1F5FB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2340864"/>
            <a:ext cx="206654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Collect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5488" y="2816352"/>
            <a:ext cx="2395728" cy="7955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Logs arrive from any source (servers, apps, firewalls, cloud) through a web API or a small Bash script.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4" y="2779776"/>
            <a:ext cx="34747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  <a:latin typeface="Calibri"/>
              </a:rPr>
              <a:t>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28416" y="2340864"/>
            <a:ext cx="2615184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E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328416" y="2340864"/>
            <a:ext cx="2615184" cy="420624"/>
          </a:xfrm>
          <a:prstGeom prst="roundRect">
            <a:avLst>
              <a:gd name="adj" fmla="val 30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19856" y="2395728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19856" y="2395728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E8C8C"/>
                </a:solidFill>
                <a:latin typeface="Calibri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85616" y="2340864"/>
            <a:ext cx="206654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Group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38144" y="2816352"/>
            <a:ext cx="2395728" cy="7955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Similar lines are grouped into patterns, so millions of lines become a few thousand templates.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43600" y="2779776"/>
            <a:ext cx="34747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  <a:latin typeface="Calibri"/>
              </a:rPr>
              <a:t>▶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91072" y="2340864"/>
            <a:ext cx="2615184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91072" y="2340864"/>
            <a:ext cx="2615184" cy="420624"/>
          </a:xfrm>
          <a:prstGeom prst="roundRect">
            <a:avLst>
              <a:gd name="adj" fmla="val 3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82512" y="2395728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82512" y="2395728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6A3FB5"/>
                </a:solidFill>
                <a:latin typeface="Calibri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48272" y="2340864"/>
            <a:ext cx="206654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Learn once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2816352"/>
            <a:ext cx="2395728" cy="7955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For a brand-new pattern, AI writes a parsing rule one time. The rule is saved and reused.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06256" y="2779776"/>
            <a:ext cx="34747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  <a:latin typeface="Calibri"/>
              </a:rPr>
              <a:t>▶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253728" y="2340864"/>
            <a:ext cx="2615184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253728" y="2340864"/>
            <a:ext cx="2615184" cy="420624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345168" y="2395728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45168" y="2395728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138A36"/>
                </a:solidFill>
                <a:latin typeface="Calibri"/>
              </a:rP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710928" y="2340864"/>
            <a:ext cx="206654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Clean output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6" y="2816352"/>
            <a:ext cx="2395728" cy="7955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log leaves in one format: time (UTC), source, event, severity and message.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65760" y="3739896"/>
            <a:ext cx="11503152" cy="329184"/>
          </a:xfrm>
          <a:prstGeom prst="roundRect">
            <a:avLst>
              <a:gd name="adj" fmla="val 3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2920" y="3739896"/>
            <a:ext cx="1124712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2A5B"/>
                </a:solidFill>
                <a:latin typeface="Calibri"/>
              </a:rPr>
              <a:t>Safety net:  </a:t>
            </a:r>
            <a:r>
              <a:rPr sz="1100" b="0">
                <a:solidFill>
                  <a:srgbClr val="1E2530"/>
                </a:solidFill>
                <a:latin typeface="Calibri"/>
              </a:rPr>
              <a:t>unfamiliar formats are held for review, never lost  ·  if the AI service is down, a backup AI and built-in rules take over  ·  can run fully on-premise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5760" y="4160520"/>
            <a:ext cx="56692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02336" y="4462272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65760" y="4562856"/>
            <a:ext cx="251460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1480" y="4562856"/>
            <a:ext cx="242316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✖ Hundreds of log formats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80360" y="4562856"/>
            <a:ext cx="3200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200400" y="4562856"/>
            <a:ext cx="2834640" cy="329184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46120" y="4562856"/>
            <a:ext cx="27432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✔ Learned automatically, no coding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4937760"/>
            <a:ext cx="251460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937760"/>
            <a:ext cx="242316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✖ Hand-written parsers break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937760"/>
            <a:ext cx="3200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200400" y="4937760"/>
            <a:ext cx="2834640" cy="329184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46120" y="4937760"/>
            <a:ext cx="27432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✔ No parser code to write or fix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65760" y="5312664"/>
            <a:ext cx="251460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11480" y="5312664"/>
            <a:ext cx="242316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✖ AI on every log is costly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80360" y="5312664"/>
            <a:ext cx="3200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00400" y="5312664"/>
            <a:ext cx="2834640" cy="329184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246120" y="5312664"/>
            <a:ext cx="27432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✔ AI once per format, not per log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65760" y="5687568"/>
            <a:ext cx="251460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5687568"/>
            <a:ext cx="242316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✖ Logs are hard to search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880360" y="5687568"/>
            <a:ext cx="3200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200400" y="5687568"/>
            <a:ext cx="2834640" cy="329184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246120" y="5687568"/>
            <a:ext cx="27432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✔ One clean, time-aligned format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63640" y="4160520"/>
            <a:ext cx="55778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00216" y="4462272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6263640" y="4562856"/>
            <a:ext cx="2734056" cy="676656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63640" y="4654296"/>
            <a:ext cx="64008" cy="49377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428232" y="4599432"/>
            <a:ext cx="2505456" cy="6035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089136" y="4562856"/>
            <a:ext cx="2734056" cy="676656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089136" y="4654296"/>
            <a:ext cx="64008" cy="4937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53728" y="4599432"/>
            <a:ext cx="2505456" cy="6035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263640" y="5303520"/>
            <a:ext cx="2734056" cy="676656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63640" y="5394960"/>
            <a:ext cx="64008" cy="49377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28232" y="5340096"/>
            <a:ext cx="2505456" cy="6035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for human review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089136" y="5303520"/>
            <a:ext cx="2734056" cy="676656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089136" y="5394960"/>
            <a:ext cx="64008" cy="49377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253728" y="5340096"/>
            <a:ext cx="2505456" cy="6035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38A36"/>
                </a:solidFill>
                <a:latin typeface="Calibri"/>
              </a:rPr>
              <a:t>Works offline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data stays in India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89120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groups similar lines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Data analysis: </a:t>
            </a:r>
            <a:r>
              <a:rPr sz="850" b="0">
                <a:solidFill>
                  <a:srgbClr val="5F6B7A"/>
                </a:solidFill>
                <a:latin typeface="Calibri"/>
              </a:rPr>
              <a:t>summarises log statistics &amp;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system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runs on any Linux server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462272"/>
            <a:ext cx="49377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① </a:t>
            </a:r>
            <a:r>
              <a:rPr sz="12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2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② </a:t>
            </a:r>
            <a:r>
              <a:rPr sz="12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2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③ </a:t>
            </a:r>
            <a:r>
              <a:rPr sz="12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2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④ </a:t>
            </a:r>
            <a:r>
              <a:rPr sz="12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2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⑤ </a:t>
            </a:r>
            <a:r>
              <a:rPr sz="12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2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719072"/>
            <a:ext cx="340156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through a simple web API or a small script.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Simple, modular design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Collect → group → learn → output: each part can be improved on its own.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719072"/>
            <a:ext cx="344728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 Indian cloud or fully on-premise servers, even in air-gapped networks.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Clear rollout path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Pilot with one PSU, then sector security centres, then a nationwide NCIIPC rollout.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609344"/>
            <a:ext cx="1645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609344"/>
            <a:ext cx="16916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8366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8366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8366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8366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8366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Switches to a backup AI, then to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75234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75234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75234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75234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75234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AI runs once per log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362102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362102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362102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362102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362102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Held in a review queue, never dropped; accepted once confirmed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448970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448970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448970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448970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448970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535838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535838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Sensitive data in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535838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535838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535838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Runs on-premise; self-hosted AI planned so nothing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99.5% fewer AI calls means far less computing power and energy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fewer AI calls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