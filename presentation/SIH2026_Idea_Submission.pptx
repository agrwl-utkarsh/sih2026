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Relationship Id="rId15" Type="http://schemas.openxmlformats.org/officeDocument/2006/relationships/chart" Target="../charts/chart14.xml"/><Relationship Id="rId16" Type="http://schemas.openxmlformats.org/officeDocument/2006/relationships/chart" Target="../charts/chart15.xml"/><Relationship Id="rId17" Type="http://schemas.openxmlformats.org/officeDocument/2006/relationships/chart" Target="../charts/char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schema out: learned once by AI, then parsed at regex speed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53949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libri"/>
              </a:rPr>
              <a:t>Understanding the Problem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051560"/>
            <a:ext cx="5852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7161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069080"/>
            <a:ext cx="8229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Innovation &amp; Uniqueness (USPs)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437083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480560"/>
            <a:ext cx="2011680" cy="10972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Fast and flexible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Most lines are handled by fast saved rules; AI is used only when truly needed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96312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96312" y="4480560"/>
            <a:ext cx="2011680" cy="1097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87752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Far fewer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AI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A new format is learned once, then reused for every similar 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26864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26864" y="4480560"/>
            <a:ext cx="2011680" cy="10972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18304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Flags never-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seen formats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36592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Designed to flag log formats it has never seen before, for human review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57416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57416" y="4480560"/>
            <a:ext cx="2011680" cy="109728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6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Low-risk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rollout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7144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Shadow mode first; works with no API key (heuristic fallback)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4114800"/>
            <a:ext cx="2907792" cy="21488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315968"/>
            <a:ext cx="1188720" cy="11887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05872" y="4315968"/>
            <a:ext cx="1417320" cy="11887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SCAN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5577840"/>
            <a:ext cx="2697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hlinkClick r:id="rId3"/>
              </a:rPr>
              <a:t>sih2026-w6sr.vercel.app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5852160"/>
            <a:ext cx="2697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9D6EA"/>
                </a:solidFill>
                <a:latin typeface="Calibri"/>
              </a:rPr>
              <a:t>Try it with your own log lines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1444752"/>
            <a:ext cx="53949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Too many formats: </a:t>
            </a:r>
            <a:r>
              <a:rPr sz="1250" b="0">
                <a:solidFill>
                  <a:srgbClr val="1E2530"/>
                </a:solidFill>
                <a:latin typeface="Calibri"/>
              </a:rPr>
              <a:t>Syslog, JSON, CEF, K8s, Java, free text, all in one stream.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Manual parsers break: </a:t>
            </a:r>
            <a:r>
              <a:rPr sz="1250" b="0">
                <a:solidFill>
                  <a:srgbClr val="1E2530"/>
                </a:solidFill>
                <a:latin typeface="Calibri"/>
              </a:rPr>
              <a:t>every new source needs a hand-written regex.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AI on every line is too costly: </a:t>
            </a:r>
            <a:r>
              <a:rPr sz="1250" b="0">
                <a:solidFill>
                  <a:srgbClr val="1E2530"/>
                </a:solidFill>
                <a:latin typeface="Calibri"/>
              </a:rPr>
              <a:t>slow and expensive at millions of lines/day.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Compliance: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CERT-In requires 180-day, searchable logs of all ICT systems.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1444752"/>
            <a:ext cx="58521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Tiered pipeline: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cheapest tier answers first; the LLM is the last resort.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Learn once: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LLM writes one rule per template; reused with zero AI calls.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ML novelty gate: </a:t>
            </a:r>
            <a:r>
              <a:rPr sz="1250" b="0">
                <a:solidFill>
                  <a:srgbClr val="1E2530"/>
                </a:solidFill>
                <a:latin typeface="Calibri"/>
              </a:rPr>
              <a:t>spots never-seen formats and quarantines floods.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One schema: </a:t>
            </a:r>
            <a:r>
              <a:rPr sz="1250" b="0">
                <a:solidFill>
                  <a:srgbClr val="1E2530"/>
                </a:solidFill>
                <a:latin typeface="Calibri"/>
              </a:rPr>
              <a:t>timestamp · source · event_type · severity · message · extra.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Ready to use: </a:t>
            </a:r>
            <a:r>
              <a:rPr sz="1250" b="0">
                <a:solidFill>
                  <a:srgbClr val="1E2530"/>
                </a:solidFill>
                <a:latin typeface="Calibri"/>
              </a:rPr>
              <a:t>REST API, web console and a Bash log collector.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297180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" y="327355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5760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Too many formats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F5FBF"/>
                </a:solidFill>
                <a:latin typeface="Calibri"/>
              </a:rPr>
              <a:t>Rules auto-learned per template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64408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Manual parsers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F58220"/>
                </a:solidFill>
                <a:latin typeface="Calibri"/>
              </a:rPr>
              <a:t>Zero hand-written regex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3056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6208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AI cost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38A36"/>
                </a:solidFill>
                <a:latin typeface="Calibri"/>
              </a:rPr>
              <a:t>most lines skip the AI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61704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4856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Compliance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6A3FB5"/>
                </a:solidFill>
                <a:latin typeface="Calibri"/>
              </a:rPr>
              <a:t>UTC-normalised, searchable schema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4087368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Methodology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89120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5833872"/>
            <a:ext cx="4937760" cy="502920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833872"/>
            <a:ext cx="47548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38A36"/>
                </a:solidFill>
                <a:latin typeface="Calibri"/>
              </a:rPr>
              <a:t>Prototype: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view it at </a:t>
            </a:r>
            <a:r>
              <a:rPr sz="1050" b="1" i="0">
                <a:solidFill>
                  <a:srgbClr val="1F5FBF"/>
                </a:solidFill>
                <a:latin typeface="Calibri"/>
                <a:hlinkClick r:id="rId2"/>
              </a:rPr>
              <a:t>sih2026-w6sr.vercel.app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1143000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PIPELINE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Solid path = every line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LLM is reached only for new templates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 Ingestion / Buffering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1: Fingerprint Cache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regex fast 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2a: Drain3 Template Mining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groups similar lines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Template already has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a learned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scikit-learn FormatGate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vs novel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3a: LLM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Discovery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template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3b: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Quarantine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LLM only on graduation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Store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fingerprint + template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2b: Execute Cached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zero LLM calls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4: Normalize to Common Schema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miss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 / shadow mode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novel + enforce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Core language: </a:t>
            </a:r>
            <a:r>
              <a:rPr sz="850" b="0">
                <a:solidFill>
                  <a:srgbClr val="5F6B7A"/>
                </a:solidFill>
                <a:latin typeface="Calibri"/>
              </a:rPr>
              <a:t>simple, huge library support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627632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Web API: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and easy for any tool to send logs to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627632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Groups similar lines: </a:t>
            </a:r>
            <a:r>
              <a:rPr sz="850" b="0">
                <a:solidFill>
                  <a:srgbClr val="5F6B7A"/>
                </a:solidFill>
                <a:latin typeface="Calibri"/>
              </a:rPr>
              <a:t>learns log patterns on the fly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478024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ML model: </a:t>
            </a:r>
            <a:r>
              <a:rPr sz="850" b="0">
                <a:solidFill>
                  <a:srgbClr val="5F6B7A"/>
                </a:solidFill>
                <a:latin typeface="Calibri"/>
              </a:rPr>
              <a:t>spots new, unknown log formats cheaply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441448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660904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Writes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one rule per new log format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478024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Data analysis: </a:t>
            </a:r>
            <a:r>
              <a:rPr sz="850" b="0">
                <a:solidFill>
                  <a:srgbClr val="5F6B7A"/>
                </a:solidFill>
                <a:latin typeface="Calibri"/>
              </a:rPr>
              <a:t>summarises log statistics &amp; reports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291840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511296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Collects system logs: </a:t>
            </a:r>
            <a:r>
              <a:rPr sz="850" b="0">
                <a:solidFill>
                  <a:srgbClr val="5F6B7A"/>
                </a:solidFill>
                <a:latin typeface="Calibri"/>
              </a:rPr>
              <a:t>runs on any Linux server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328416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Hosting: </a:t>
            </a:r>
            <a:r>
              <a:rPr sz="850" b="0">
                <a:solidFill>
                  <a:srgbClr val="5F6B7A"/>
                </a:solidFill>
                <a:latin typeface="Calibri"/>
              </a:rPr>
              <a:t>quick, free online prototype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328416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Stores learned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cloud cache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" y="4462272"/>
            <a:ext cx="49377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① </a:t>
            </a:r>
            <a:r>
              <a:rPr sz="1200" b="1">
                <a:solidFill>
                  <a:srgbClr val="0B2A5B"/>
                </a:solidFill>
                <a:latin typeface="Calibri"/>
              </a:rPr>
              <a:t>Collect: </a:t>
            </a:r>
            <a:r>
              <a:rPr sz="1200" b="0">
                <a:solidFill>
                  <a:srgbClr val="1E2530"/>
                </a:solidFill>
                <a:latin typeface="Calibri"/>
              </a:rPr>
              <a:t>logs come in through the API or a Bash script.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② </a:t>
            </a:r>
            <a:r>
              <a:rPr sz="1200" b="1">
                <a:solidFill>
                  <a:srgbClr val="0B2A5B"/>
                </a:solidFill>
                <a:latin typeface="Calibri"/>
              </a:rPr>
              <a:t>Group: </a:t>
            </a:r>
            <a:r>
              <a:rPr sz="1200" b="0">
                <a:solidFill>
                  <a:srgbClr val="1E2530"/>
                </a:solidFill>
                <a:latin typeface="Calibri"/>
              </a:rPr>
              <a:t>similar lines are grouped into templates.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③ </a:t>
            </a:r>
            <a:r>
              <a:rPr sz="1200" b="1">
                <a:solidFill>
                  <a:srgbClr val="0B2A5B"/>
                </a:solidFill>
                <a:latin typeface="Calibri"/>
              </a:rPr>
              <a:t>Check: </a:t>
            </a:r>
            <a:r>
              <a:rPr sz="1200" b="0">
                <a:solidFill>
                  <a:srgbClr val="1E2530"/>
                </a:solidFill>
                <a:latin typeface="Calibri"/>
              </a:rPr>
              <a:t>ML decides: known format or brand new?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④ </a:t>
            </a:r>
            <a:r>
              <a:rPr sz="1200" b="1">
                <a:solidFill>
                  <a:srgbClr val="0B2A5B"/>
                </a:solidFill>
                <a:latin typeface="Calibri"/>
              </a:rPr>
              <a:t>Learn: </a:t>
            </a:r>
            <a:r>
              <a:rPr sz="1200" b="0">
                <a:solidFill>
                  <a:srgbClr val="1E2530"/>
                </a:solidFill>
                <a:latin typeface="Calibri"/>
              </a:rPr>
              <a:t>AI writes a rule once; it is reused forever.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⑤ </a:t>
            </a:r>
            <a:r>
              <a:rPr sz="1200" b="1">
                <a:solidFill>
                  <a:srgbClr val="0B2A5B"/>
                </a:solidFill>
                <a:latin typeface="Calibri"/>
              </a:rPr>
              <a:t>Output: </a:t>
            </a:r>
            <a:r>
              <a:rPr sz="1200" b="0">
                <a:solidFill>
                  <a:srgbClr val="1E2530"/>
                </a:solidFill>
                <a:latin typeface="Calibri"/>
              </a:rPr>
              <a:t>every log leaves in one clean, common format.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097280"/>
            <a:ext cx="3657600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097280"/>
            <a:ext cx="3657600" cy="457200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1097280"/>
            <a:ext cx="36576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1719072"/>
            <a:ext cx="3401568" cy="4462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Built on mature open-source tools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Python, FastAPI, Drain3 and scikit-learn are free and widely used, so nothing new has to be invented.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Low, predictable cost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AI is needed only when a new log format first appears; everyday logs reuse saved rules.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Fits into existing setups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Works alongside current tools; logs arrive through a simple web API or a small script.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Open data to build on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Public log datasets from the research community let us develop it without private data.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Gradual, low-risk adoption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Can run in watch-only 'shadow mode' next to current tools before teams rely on it.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Simple, modular design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Collect → group → learn → output: each part can be improved on its own.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65592" y="1097280"/>
            <a:ext cx="3703320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65592" y="1097280"/>
            <a:ext cx="3703320" cy="457200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65592" y="1097280"/>
            <a:ext cx="37033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02752" y="1719072"/>
            <a:ext cx="3447288" cy="4462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CERT-In requires every organisation to keep 180 days of logs and report incidents within 6 hours.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Data stays in India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Runs on Indian cloud or fully on-premise servers, even in air-gapped networks.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Free open-source core, plus paid setup, support and training for government &amp; PSUs.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More logs do not mean more AI cost: each new format is learned only once and reused.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Wide market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Every bank, power utility, telecom operator and ministry produces huge, mixed logs.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Clear rollout path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Pilot with one PSU, then sector security centres, then a nationwide NCIIPC rollout.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06240" y="1097280"/>
            <a:ext cx="3776472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206240" y="1097280"/>
            <a:ext cx="3776472" cy="457200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1097280"/>
            <a:ext cx="3776472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1609344"/>
            <a:ext cx="1645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Risk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1609344"/>
            <a:ext cx="16916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How we handle it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15968" y="188366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43400" y="188366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25312" y="188366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188366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45352" y="188366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Switches to a backup AI, then to built-in rules; logs keep flowing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15968" y="275234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43400" y="275234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25312" y="275234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275234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5352" y="275234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AI runs once per log format, not per line; most lines never need AI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15968" y="362102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43400" y="362102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25312" y="362102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17920" y="362102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45352" y="362102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Held in a review queue, never dropped; accepted once confirmed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315968" y="448970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43400" y="448970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25312" y="448970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17920" y="448970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5352" y="448970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The format-check model is retrained with one command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15968" y="535838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43400" y="535838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Sensitive data in logs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25312" y="535838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17920" y="535838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45352" y="535838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Runs on-premise; self-hosted AI planned so nothing leaves the network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51560"/>
            <a:ext cx="56692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 on NTRO &amp; NCIIPC</a:t>
            </a:r>
            <a:r>
              <a:rPr sz="1200" b="0">
                <a:solidFill>
                  <a:srgbClr val="5F6B7A"/>
                </a:solidFill>
                <a:latin typeface="Calibri"/>
              </a:rPr>
              <a:t>   our target users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572768"/>
            <a:ext cx="64008" cy="45720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554480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F5FBF"/>
                </a:solidFill>
                <a:latin typeface="Calibri"/>
              </a:rPr>
              <a:t>One view of all sectors: </a:t>
            </a:r>
            <a:r>
              <a:rPr sz="1150" b="0">
                <a:solidFill>
                  <a:srgbClr val="1E2530"/>
                </a:solidFill>
                <a:latin typeface="Calibri"/>
              </a:rPr>
              <a:t>logs from power, banking, telecom &amp; govt security centres arrive in one common format, so NCIIPC sees the full picture.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139696"/>
            <a:ext cx="64008" cy="45720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2121408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38A36"/>
                </a:solidFill>
                <a:latin typeface="Calibri"/>
              </a:rPr>
              <a:t>Faster threat detection: </a:t>
            </a:r>
            <a:r>
              <a:rPr sz="1150" b="0">
                <a:solidFill>
                  <a:srgbClr val="1E2530"/>
                </a:solidFill>
                <a:latin typeface="Calibri"/>
              </a:rPr>
              <a:t>analysts search one clean format instead of hundreds; events from different systems line up by time.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706624"/>
            <a:ext cx="64008" cy="45720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688336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F58220"/>
                </a:solidFill>
                <a:latin typeface="Calibri"/>
              </a:rPr>
              <a:t>Unusual logs flagged: </a:t>
            </a:r>
            <a:r>
              <a:rPr sz="1150" b="0">
                <a:solidFill>
                  <a:srgbClr val="1E2530"/>
                </a:solidFill>
                <a:latin typeface="Calibri"/>
              </a:rPr>
              <a:t>a never-seen log format is flagged automatically; it may be a new device, a misconfiguration or tampering.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273552"/>
            <a:ext cx="64008" cy="45720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3255264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6A3FB5"/>
                </a:solidFill>
                <a:latin typeface="Calibri"/>
              </a:rPr>
              <a:t>Sovereign &amp; offline: </a:t>
            </a:r>
            <a:r>
              <a:rPr sz="1150" b="0">
                <a:solidFill>
                  <a:srgbClr val="1E2530"/>
                </a:solidFill>
                <a:latin typeface="Calibri"/>
              </a:rPr>
              <a:t>runs on-premise with no internet, so sensitive logs never leave India (self-hosted AI planned).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51560"/>
            <a:ext cx="5577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609344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F5FBF"/>
                </a:solidFill>
                <a:latin typeface="Calibri"/>
              </a:rPr>
              <a:t>Social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6680" y="1554480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Safer power, banking and telecom services for citizens, thanks to faster attack detection.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176272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B35C00"/>
                </a:solidFill>
                <a:latin typeface="Calibri"/>
              </a:rPr>
              <a:t>Economic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80" y="2121408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No costly paid tools or hand-written parsers; the AI bill stays tiny even as logs grow.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743200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38A36"/>
                </a:solidFill>
                <a:latin typeface="Calibri"/>
              </a:rPr>
              <a:t>Environmental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6680" y="2688336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99.5% fewer AI calls means far less computing power and energy used.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3310128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6A3FB5"/>
                </a:solidFill>
                <a:latin typeface="Calibri"/>
              </a:rPr>
              <a:t>Strategic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26680" y="3255264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Self-reliant and open-source; helps every organisation meet CERT-In's 180-day log rule.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840480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a big organisation producing 1 million logs every day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416052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Total spend to process the logs for 12 months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457200" y="4800600"/>
          <a:ext cx="3886200" cy="1389888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90" name="Rounded Rectangle 89"/>
          <p:cNvSpPr/>
          <p:nvPr/>
        </p:nvSpPr>
        <p:spPr>
          <a:xfrm>
            <a:off x="4434840" y="4617720"/>
            <a:ext cx="1481328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8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cheaper than AI on every line</a:t>
            </a:r>
          </a:p>
          <a:p>
            <a:pPr algn="ctr"/>
            <a:r>
              <a:rPr sz="1000" b="0">
                <a:solidFill>
                  <a:srgbClr val="1E2530"/>
                </a:solidFill>
                <a:latin typeface="Calibri"/>
              </a:rPr>
              <a:t>and 5× cheaper than manual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99632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36792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36792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How many log lines need a paid AI service</a:t>
            </a:r>
          </a:p>
        </p:txBody>
      </p:sp>
      <p:graphicFrame>
        <p:nvGraphicFramePr>
          <p:cNvPr id="94" name="Chart 93"/>
          <p:cNvGraphicFramePr>
            <a:graphicFrameLocks noGrp="1"/>
          </p:cNvGraphicFramePr>
          <p:nvPr/>
        </p:nvGraphicFramePr>
        <p:xfrm>
          <a:off x="658368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95" name="TextBox 94"/>
          <p:cNvSpPr txBox="1"/>
          <p:nvPr/>
        </p:nvSpPr>
        <p:spPr>
          <a:xfrm>
            <a:off x="658368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6364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7" name="Chart 96"/>
          <p:cNvGraphicFramePr>
            <a:graphicFrameLocks noGrp="1"/>
          </p:cNvGraphicFramePr>
          <p:nvPr/>
        </p:nvGraphicFramePr>
        <p:xfrm>
          <a:off x="822960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822960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Calibri"/>
              </a:rPr>
              <a:t>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0956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95560" y="4617720"/>
            <a:ext cx="1554480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400" b="1">
                <a:solidFill>
                  <a:srgbClr val="138A36"/>
                </a:solidFill>
                <a:latin typeface="Calibri"/>
              </a:rPr>
              <a:t>99.5%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fewer AI calls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AI learns each format once; saved rules do the rest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 (engineer ₹5,000/day, typical AI pricing); actual results will vary by organisation.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ISO 8601 time format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